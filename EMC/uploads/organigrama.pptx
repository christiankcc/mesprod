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68" r:id="rId3"/>
    <p:sldId id="269" r:id="rId4"/>
    <p:sldId id="270" r:id="rId5"/>
    <p:sldId id="271" r:id="rId6"/>
    <p:sldId id="272" r:id="rId7"/>
    <p:sldId id="281" r:id="rId8"/>
    <p:sldId id="261" r:id="rId9"/>
    <p:sldId id="263" r:id="rId10"/>
    <p:sldId id="273" r:id="rId11"/>
    <p:sldId id="274" r:id="rId12"/>
    <p:sldId id="282" r:id="rId13"/>
    <p:sldId id="275" r:id="rId14"/>
    <p:sldId id="276" r:id="rId15"/>
    <p:sldId id="279" r:id="rId16"/>
    <p:sldId id="280" r:id="rId17"/>
    <p:sldId id="277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C41"/>
    <a:srgbClr val="F3F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76C9F-2244-439F-B2C1-B7C27362CADA}" v="58" dt="2026-01-16T17:46:24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5CE5D-D8B0-45C3-AC28-B218A2A7B529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386D8-993C-4608-BB13-8FD15962E4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9048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386D8-993C-4608-BB13-8FD15962E4A8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674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11B89-1EBC-F31A-14B2-63AB2E23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8756CB-DC88-DD54-90FD-5F0D14597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AC6B88-E080-248A-CEE1-B70F08FD2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AE8E7E-FDA5-BF17-16BA-FC20ED45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C98B03-09AC-7253-F7D8-F3B898A0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364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793D6-F97B-232D-C35A-147B469A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BAD231-11AA-B1CC-1812-882AD4C86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FBB13A-FD96-6DCC-6D18-234B6942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69C500-FBEB-F7AE-2080-5AFB51857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81D0AA-D3D0-E46C-AAAF-3EA37C7C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83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F9E61-7185-6311-4925-C8D5BDBF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CD1A15-A14C-4316-538A-5161CEF05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69B652-5F94-792E-B691-73E745BA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F5D498-4FCF-9959-4AB5-0092D956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30052-91CA-39C3-AFA4-EE6610E5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932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4574B-B9E0-59AA-D70E-943B414B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7CBAB9-256A-A72E-49FD-3F4353CBF2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37D704-D97A-F607-A4F5-07E4EB14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26DB85-B75E-699F-726A-CA4B1C65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20B1E4-5952-4C8C-03FD-32AE3AE8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B56E66-786D-83B0-D9EC-6F2AD074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948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D7F05-9429-629A-24C2-A5E4962C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E760F4-58F7-74AD-9E77-A8B77ABD3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5E95A1-B3F4-DFFB-9069-B1E681A10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CBA709-8833-D779-F115-4609F246C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D30FE0-AB63-D9A6-6C4E-C3D00EDD9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637ED36-253E-DAED-4504-0C04A2AB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DC80DF-4B5B-D81C-ECBA-A0ECF02A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77E132-048D-14AF-829D-9462877EF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711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D6FC7-AC57-1C77-3D6B-F7DDD62B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1407E8-C9A3-7229-89C7-E6791081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6D5ACF-1EDD-00CF-C9DD-339B0A1D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A340E6-582C-FEAF-96B0-D4D21B31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180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E68F49-E1D1-3319-B6BE-7EA12588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CD2F1A-112B-88B8-F312-CE504499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67485B-8897-5C81-D5A5-14642EAF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18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7627C-A9F6-069E-3850-80C91E92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4E7E44-BD23-C07F-4579-C4B19725D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64032E-8C1A-C8A6-AF29-DFABEC806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D6780F-F5B9-2EBD-4782-48F43D99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748C61-C4FC-66BC-7BBC-1DC5DDC9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041C07-8D05-1323-4F74-DD1FFB98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428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45546-6A68-7C29-721B-84D8CBF42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B9D8F3-9794-3F35-809A-FFDBE2660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161161-ABCF-00F5-0677-745CC44F0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360E70-5503-4682-F807-CF2A8E01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8C1211-39B5-A627-0A22-F0C8292C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667F42-821F-3B25-DB0C-2CB75DBF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3019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096D5-9574-6CC4-D79C-3ADF81D0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D714A-6185-7B47-A574-48FC75953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950A3A-E0E1-2F31-7372-D5E287EB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8D68A4-BADF-3B29-E6F5-51E79D86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F800C9-9DAB-0D43-D62F-6C31F57C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232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81E84D-6347-2C54-E486-4B7D9590D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EF77EF-9A84-932A-033A-1099946A1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B1CF49-8278-E7CB-9ABE-103414469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138B0-6FE7-9BAB-EBCA-78D7A628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B7EA7D-1D0A-CDF5-3DCC-9B759BEC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9649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DECB2DD-AE2E-FB21-24C2-DD692C3C1CA7}"/>
              </a:ext>
            </a:extLst>
          </p:cNvPr>
          <p:cNvSpPr/>
          <p:nvPr userDrawn="1"/>
        </p:nvSpPr>
        <p:spPr>
          <a:xfrm>
            <a:off x="0" y="0"/>
            <a:ext cx="12192000" cy="908966"/>
          </a:xfrm>
          <a:prstGeom prst="rect">
            <a:avLst/>
          </a:prstGeom>
          <a:solidFill>
            <a:srgbClr val="ECF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2C020B3-5726-3D23-70E5-466C70BE96AE}"/>
              </a:ext>
            </a:extLst>
          </p:cNvPr>
          <p:cNvSpPr/>
          <p:nvPr userDrawn="1"/>
        </p:nvSpPr>
        <p:spPr>
          <a:xfrm>
            <a:off x="9704958" y="5554336"/>
            <a:ext cx="1260000" cy="1260000"/>
          </a:xfrm>
          <a:prstGeom prst="ellipse">
            <a:avLst/>
          </a:prstGeom>
          <a:solidFill>
            <a:srgbClr val="ECF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057B1FB6-E743-A5EC-53C7-92B3DE73D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0" y="69721"/>
            <a:ext cx="727265" cy="784658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2138F597-7952-D43E-AE83-A042E00723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198" y="6122216"/>
            <a:ext cx="2284801" cy="73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4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8413DA-7E22-D09C-50F0-42DEDDCF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7BE400-71B9-5AFB-2E05-9BDC5958E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B6FC13-F9C9-93FC-AD52-183D441DB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21F5F-D701-4702-959B-FEB8C83D505E}" type="datetimeFigureOut">
              <a:rPr lang="es-MX" smtClean="0"/>
              <a:t>04/05/2026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BF2D80-C1B8-CBA9-4AC2-468879177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413771-A146-0BF7-F951-4C289B20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2581D-5510-4903-9015-647DF830FE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0580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8.xml"/><Relationship Id="rId7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.xml"/><Relationship Id="rId7" Type="http://schemas.openxmlformats.org/officeDocument/2006/relationships/slide" Target="slide5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8.xml"/><Relationship Id="rId7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8.xml"/><Relationship Id="rId7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.xml"/><Relationship Id="rId7" Type="http://schemas.openxmlformats.org/officeDocument/2006/relationships/slide" Target="slide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8.xml"/><Relationship Id="rId9" Type="http://schemas.openxmlformats.org/officeDocument/2006/relationships/slide" Target="slide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8.xml"/><Relationship Id="rId7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10.xml"/><Relationship Id="rId7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2.xml"/><Relationship Id="rId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slide" Target="slide14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7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2.xml"/><Relationship Id="rId7" Type="http://schemas.openxmlformats.org/officeDocument/2006/relationships/slide" Target="slide1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1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1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hlinkClick r:id="rId2" action="ppaction://hlinksldjump"/>
            <a:extLst>
              <a:ext uri="{FF2B5EF4-FFF2-40B4-BE49-F238E27FC236}">
                <a16:creationId xmlns:a16="http://schemas.microsoft.com/office/drawing/2014/main" id="{B2332002-CCBE-46CD-A79F-A181BEC7C6DE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1" name="Rectángulo 10">
            <a:hlinkClick r:id="rId3" action="ppaction://hlinksldjump"/>
            <a:extLst>
              <a:ext uri="{FF2B5EF4-FFF2-40B4-BE49-F238E27FC236}">
                <a16:creationId xmlns:a16="http://schemas.microsoft.com/office/drawing/2014/main" id="{A51EF292-40DD-4FAE-9421-B66AD97F9059}"/>
              </a:ext>
            </a:extLst>
          </p:cNvPr>
          <p:cNvSpPr/>
          <p:nvPr/>
        </p:nvSpPr>
        <p:spPr>
          <a:xfrm>
            <a:off x="4942936" y="1081843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14" name="Rectángulo 13">
            <a:hlinkClick r:id="rId4" action="ppaction://hlinksldjump"/>
            <a:extLst>
              <a:ext uri="{FF2B5EF4-FFF2-40B4-BE49-F238E27FC236}">
                <a16:creationId xmlns:a16="http://schemas.microsoft.com/office/drawing/2014/main" id="{7635EBF2-B256-4401-AF29-DBCC1DE08923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7DEC9C-2D92-448A-4703-5287A2B67FBB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</p:spTree>
    <p:extLst>
      <p:ext uri="{BB962C8B-B14F-4D97-AF65-F5344CB8AC3E}">
        <p14:creationId xmlns:p14="http://schemas.microsoft.com/office/powerpoint/2010/main" val="242997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BCC5-3D8B-4BEF-4B29-00A87A91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hlinkClick r:id="rId2" action="ppaction://hlinksldjump"/>
            <a:extLst>
              <a:ext uri="{FF2B5EF4-FFF2-40B4-BE49-F238E27FC236}">
                <a16:creationId xmlns:a16="http://schemas.microsoft.com/office/drawing/2014/main" id="{75CAC0A3-0B3A-4260-1CBD-3E3866DEFD3D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1" name="Rectángulo 10">
            <a:hlinkClick r:id="rId3" action="ppaction://hlinksldjump"/>
            <a:extLst>
              <a:ext uri="{FF2B5EF4-FFF2-40B4-BE49-F238E27FC236}">
                <a16:creationId xmlns:a16="http://schemas.microsoft.com/office/drawing/2014/main" id="{7A32ED64-5CC8-CE55-420D-88590147D50A}"/>
              </a:ext>
            </a:extLst>
          </p:cNvPr>
          <p:cNvSpPr/>
          <p:nvPr/>
        </p:nvSpPr>
        <p:spPr>
          <a:xfrm>
            <a:off x="4942936" y="1081843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14" name="Rectángulo 13">
            <a:hlinkClick r:id="rId4" action="ppaction://hlinksldjump"/>
            <a:extLst>
              <a:ext uri="{FF2B5EF4-FFF2-40B4-BE49-F238E27FC236}">
                <a16:creationId xmlns:a16="http://schemas.microsoft.com/office/drawing/2014/main" id="{CCD531F9-2CE7-3D0B-D834-1F5195098DE6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C7E371-0B7C-B853-AC61-91BEA0B0E44A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860A719-6C9C-FA01-19D2-2D93A3521F05}"/>
              </a:ext>
            </a:extLst>
          </p:cNvPr>
          <p:cNvSpPr/>
          <p:nvPr/>
        </p:nvSpPr>
        <p:spPr>
          <a:xfrm>
            <a:off x="1268083" y="2051260"/>
            <a:ext cx="2275216" cy="2261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5" action="ppaction://hlinksldjump"/>
            <a:extLst>
              <a:ext uri="{FF2B5EF4-FFF2-40B4-BE49-F238E27FC236}">
                <a16:creationId xmlns:a16="http://schemas.microsoft.com/office/drawing/2014/main" id="{715E07E0-0BBE-5CB2-DD43-13206EEF5C0B}"/>
              </a:ext>
            </a:extLst>
          </p:cNvPr>
          <p:cNvSpPr/>
          <p:nvPr/>
        </p:nvSpPr>
        <p:spPr>
          <a:xfrm>
            <a:off x="1268083" y="2051260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►Liderazgo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4" name="Rectángulo 3">
            <a:hlinkClick r:id="rId6" action="ppaction://hlinksldjump"/>
            <a:extLst>
              <a:ext uri="{FF2B5EF4-FFF2-40B4-BE49-F238E27FC236}">
                <a16:creationId xmlns:a16="http://schemas.microsoft.com/office/drawing/2014/main" id="{9F2530E1-23B0-4301-618E-575F4EA9E35B}"/>
              </a:ext>
            </a:extLst>
          </p:cNvPr>
          <p:cNvSpPr/>
          <p:nvPr/>
        </p:nvSpPr>
        <p:spPr>
          <a:xfrm>
            <a:off x="1268083" y="2980037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►Leader Standard </a:t>
            </a:r>
            <a:r>
              <a:rPr lang="es-MX" dirty="0" err="1"/>
              <a:t>Work</a:t>
            </a:r>
            <a:r>
              <a:rPr lang="es-MX" dirty="0"/>
              <a:t> (LSW)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6" name="Rectángulo 5">
            <a:hlinkClick r:id="rId7" action="ppaction://hlinksldjump"/>
            <a:extLst>
              <a:ext uri="{FF2B5EF4-FFF2-40B4-BE49-F238E27FC236}">
                <a16:creationId xmlns:a16="http://schemas.microsoft.com/office/drawing/2014/main" id="{43BCCBB8-8AA3-86AE-50AE-E4BC41F92945}"/>
              </a:ext>
            </a:extLst>
          </p:cNvPr>
          <p:cNvSpPr/>
          <p:nvPr/>
        </p:nvSpPr>
        <p:spPr>
          <a:xfrm>
            <a:off x="1268083" y="3739579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►Interacciones y Participación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8" name="Rectángulo 7">
            <a:hlinkClick r:id="rId8" action="ppaction://hlinksldjump"/>
            <a:extLst>
              <a:ext uri="{FF2B5EF4-FFF2-40B4-BE49-F238E27FC236}">
                <a16:creationId xmlns:a16="http://schemas.microsoft.com/office/drawing/2014/main" id="{8ADECBCB-F08E-E7A8-8F90-5E943979F1B1}"/>
              </a:ext>
            </a:extLst>
          </p:cNvPr>
          <p:cNvSpPr/>
          <p:nvPr/>
        </p:nvSpPr>
        <p:spPr>
          <a:xfrm>
            <a:off x="1268083" y="4499121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Talento y formación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0AA90FD-D2A6-9D2E-C689-0B3B95B79456}"/>
              </a:ext>
            </a:extLst>
          </p:cNvPr>
          <p:cNvSpPr/>
          <p:nvPr/>
        </p:nvSpPr>
        <p:spPr>
          <a:xfrm>
            <a:off x="1268083" y="1972743"/>
            <a:ext cx="2275216" cy="983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9109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6434-5D36-55DF-89A1-EBE2EE8D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E740C27-E049-693F-02F6-64446887F435}"/>
              </a:ext>
            </a:extLst>
          </p:cNvPr>
          <p:cNvSpPr/>
          <p:nvPr/>
        </p:nvSpPr>
        <p:spPr>
          <a:xfrm>
            <a:off x="1268083" y="1972743"/>
            <a:ext cx="2275216" cy="983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5CA4682-CCF1-0635-DE9E-A77F411B93E6}"/>
              </a:ext>
            </a:extLst>
          </p:cNvPr>
          <p:cNvSpPr/>
          <p:nvPr/>
        </p:nvSpPr>
        <p:spPr>
          <a:xfrm>
            <a:off x="3760804" y="2166089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Organigrama EMC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C6BC367-7569-2456-DD99-7BFED2B21346}"/>
              </a:ext>
            </a:extLst>
          </p:cNvPr>
          <p:cNvSpPr/>
          <p:nvPr/>
        </p:nvSpPr>
        <p:spPr>
          <a:xfrm>
            <a:off x="3760804" y="2519004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►Matriz EMC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B17BD94-F38A-3835-81D3-D43B3BA291D9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DA079C-1692-8092-652D-24F15926F3F2}"/>
              </a:ext>
            </a:extLst>
          </p:cNvPr>
          <p:cNvSpPr/>
          <p:nvPr/>
        </p:nvSpPr>
        <p:spPr>
          <a:xfrm>
            <a:off x="1268083" y="2096690"/>
            <a:ext cx="2275216" cy="2261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4" name="Rectángulo 3">
            <a:hlinkClick r:id="rId2" action="ppaction://hlinksldjump"/>
            <a:extLst>
              <a:ext uri="{FF2B5EF4-FFF2-40B4-BE49-F238E27FC236}">
                <a16:creationId xmlns:a16="http://schemas.microsoft.com/office/drawing/2014/main" id="{4AFFA753-A614-B250-8B28-9A4A3459DAA4}"/>
              </a:ext>
            </a:extLst>
          </p:cNvPr>
          <p:cNvSpPr/>
          <p:nvPr/>
        </p:nvSpPr>
        <p:spPr>
          <a:xfrm>
            <a:off x="1268083" y="2096690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►Liderazgo EHS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5" name="Rectángulo 4">
            <a:hlinkClick r:id="rId2" action="ppaction://hlinksldjump"/>
            <a:extLst>
              <a:ext uri="{FF2B5EF4-FFF2-40B4-BE49-F238E27FC236}">
                <a16:creationId xmlns:a16="http://schemas.microsoft.com/office/drawing/2014/main" id="{84B58ED7-E878-7360-E9C3-4F7308E452AE}"/>
              </a:ext>
            </a:extLst>
          </p:cNvPr>
          <p:cNvSpPr/>
          <p:nvPr/>
        </p:nvSpPr>
        <p:spPr>
          <a:xfrm>
            <a:off x="1268083" y="3025467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►Leader Standard </a:t>
            </a:r>
            <a:r>
              <a:rPr lang="es-MX" dirty="0" err="1"/>
              <a:t>Work</a:t>
            </a:r>
            <a:r>
              <a:rPr lang="es-MX" dirty="0"/>
              <a:t> (LSW)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6" name="Rectángulo 5">
            <a:hlinkClick r:id="rId2" action="ppaction://hlinksldjump"/>
            <a:extLst>
              <a:ext uri="{FF2B5EF4-FFF2-40B4-BE49-F238E27FC236}">
                <a16:creationId xmlns:a16="http://schemas.microsoft.com/office/drawing/2014/main" id="{69683C91-C6E1-66A9-0B96-62F2AB831CC8}"/>
              </a:ext>
            </a:extLst>
          </p:cNvPr>
          <p:cNvSpPr/>
          <p:nvPr/>
        </p:nvSpPr>
        <p:spPr>
          <a:xfrm>
            <a:off x="1268083" y="3785009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►Interacciones y Participación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B2A1204B-B387-B22B-D243-8EA984CEE22F}"/>
              </a:ext>
            </a:extLst>
          </p:cNvPr>
          <p:cNvSpPr/>
          <p:nvPr/>
        </p:nvSpPr>
        <p:spPr>
          <a:xfrm>
            <a:off x="1268083" y="4544551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►Talento y formación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3F4FAA15-E104-F766-E089-CDEAE51EFFBA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2" name="Rectángulo 11">
            <a:hlinkClick r:id="rId4" action="ppaction://hlinksldjump"/>
            <a:extLst>
              <a:ext uri="{FF2B5EF4-FFF2-40B4-BE49-F238E27FC236}">
                <a16:creationId xmlns:a16="http://schemas.microsoft.com/office/drawing/2014/main" id="{77EA57E5-865B-1251-2C39-FA6F01FDC660}"/>
              </a:ext>
            </a:extLst>
          </p:cNvPr>
          <p:cNvSpPr/>
          <p:nvPr/>
        </p:nvSpPr>
        <p:spPr>
          <a:xfrm>
            <a:off x="4942936" y="1081843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7DE1862-4CF9-44A2-B73D-EBB09D1CD1BE}"/>
              </a:ext>
            </a:extLst>
          </p:cNvPr>
          <p:cNvSpPr/>
          <p:nvPr/>
        </p:nvSpPr>
        <p:spPr>
          <a:xfrm>
            <a:off x="1268083" y="2051260"/>
            <a:ext cx="2275216" cy="2261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8" name="Rectángulo 27">
            <a:hlinkClick r:id="rId5" action="ppaction://hlinksldjump"/>
            <a:extLst>
              <a:ext uri="{FF2B5EF4-FFF2-40B4-BE49-F238E27FC236}">
                <a16:creationId xmlns:a16="http://schemas.microsoft.com/office/drawing/2014/main" id="{BD54ABE8-2530-2530-A8B9-6C7761ACFA9A}"/>
              </a:ext>
            </a:extLst>
          </p:cNvPr>
          <p:cNvSpPr/>
          <p:nvPr/>
        </p:nvSpPr>
        <p:spPr>
          <a:xfrm>
            <a:off x="1268083" y="2051260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►Liderazgo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9" name="Rectángulo 28">
            <a:hlinkClick r:id="rId6" action="ppaction://hlinksldjump"/>
            <a:extLst>
              <a:ext uri="{FF2B5EF4-FFF2-40B4-BE49-F238E27FC236}">
                <a16:creationId xmlns:a16="http://schemas.microsoft.com/office/drawing/2014/main" id="{CC71D44E-2F8B-244E-AE14-B5D9B8F28CA9}"/>
              </a:ext>
            </a:extLst>
          </p:cNvPr>
          <p:cNvSpPr/>
          <p:nvPr/>
        </p:nvSpPr>
        <p:spPr>
          <a:xfrm>
            <a:off x="1268083" y="2980037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►Leader Standard </a:t>
            </a:r>
            <a:r>
              <a:rPr lang="es-MX" dirty="0" err="1"/>
              <a:t>Work</a:t>
            </a:r>
            <a:r>
              <a:rPr lang="es-MX" dirty="0"/>
              <a:t> (LSW)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0" name="Rectángulo 29">
            <a:hlinkClick r:id="rId7" action="ppaction://hlinksldjump"/>
            <a:extLst>
              <a:ext uri="{FF2B5EF4-FFF2-40B4-BE49-F238E27FC236}">
                <a16:creationId xmlns:a16="http://schemas.microsoft.com/office/drawing/2014/main" id="{52EA9B8E-9B46-4503-C574-0BDE6822CE4C}"/>
              </a:ext>
            </a:extLst>
          </p:cNvPr>
          <p:cNvSpPr/>
          <p:nvPr/>
        </p:nvSpPr>
        <p:spPr>
          <a:xfrm>
            <a:off x="1268083" y="3739579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►Interacciones y Participación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1" name="Rectángulo 30">
            <a:hlinkClick r:id="rId8" action="ppaction://hlinksldjump"/>
            <a:extLst>
              <a:ext uri="{FF2B5EF4-FFF2-40B4-BE49-F238E27FC236}">
                <a16:creationId xmlns:a16="http://schemas.microsoft.com/office/drawing/2014/main" id="{10B7D7DA-FDC8-AF74-2A52-5ED3DC652EA3}"/>
              </a:ext>
            </a:extLst>
          </p:cNvPr>
          <p:cNvSpPr/>
          <p:nvPr/>
        </p:nvSpPr>
        <p:spPr>
          <a:xfrm>
            <a:off x="1268083" y="4499121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Talento y formación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7" name="Rectángulo 6">
            <a:hlinkClick r:id="rId9" action="ppaction://hlinksldjump"/>
            <a:extLst>
              <a:ext uri="{FF2B5EF4-FFF2-40B4-BE49-F238E27FC236}">
                <a16:creationId xmlns:a16="http://schemas.microsoft.com/office/drawing/2014/main" id="{896613B8-E729-F48E-A30D-3F22D3BAA43D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EEEE88EF-9097-A42E-8A99-89C26D0F4977}"/>
              </a:ext>
            </a:extLst>
          </p:cNvPr>
          <p:cNvSpPr/>
          <p:nvPr/>
        </p:nvSpPr>
        <p:spPr>
          <a:xfrm>
            <a:off x="8254121" y="2215031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43E2AE30-CE73-545B-BDA6-30366627FCF0}"/>
              </a:ext>
            </a:extLst>
          </p:cNvPr>
          <p:cNvSpPr/>
          <p:nvPr/>
        </p:nvSpPr>
        <p:spPr>
          <a:xfrm>
            <a:off x="8254121" y="2640232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390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6343-50EB-BAF7-0B3B-8CF19C8C4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5350DBAE-F266-8BFF-358B-B4A3BD182A5D}"/>
              </a:ext>
            </a:extLst>
          </p:cNvPr>
          <p:cNvSpPr/>
          <p:nvPr/>
        </p:nvSpPr>
        <p:spPr>
          <a:xfrm>
            <a:off x="3829878" y="3223756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Evaluación de desempeño LSW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56744CD-20E7-C4CC-450F-C1146F4F28E5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10" name="Rectángulo 9">
            <a:hlinkClick r:id="rId2" action="ppaction://hlinksldjump"/>
            <a:extLst>
              <a:ext uri="{FF2B5EF4-FFF2-40B4-BE49-F238E27FC236}">
                <a16:creationId xmlns:a16="http://schemas.microsoft.com/office/drawing/2014/main" id="{18A28B0D-C036-251F-43FE-6DD104C5A7A8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2" name="Rectángulo 11">
            <a:hlinkClick r:id="rId3" action="ppaction://hlinksldjump"/>
            <a:extLst>
              <a:ext uri="{FF2B5EF4-FFF2-40B4-BE49-F238E27FC236}">
                <a16:creationId xmlns:a16="http://schemas.microsoft.com/office/drawing/2014/main" id="{8B643FE7-43CD-AA54-38C4-A7567993E6C4}"/>
              </a:ext>
            </a:extLst>
          </p:cNvPr>
          <p:cNvSpPr/>
          <p:nvPr/>
        </p:nvSpPr>
        <p:spPr>
          <a:xfrm>
            <a:off x="4942936" y="1081843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6DCE97-6F25-2E9A-9137-A2FA2E3F5CBF}"/>
              </a:ext>
            </a:extLst>
          </p:cNvPr>
          <p:cNvSpPr/>
          <p:nvPr/>
        </p:nvSpPr>
        <p:spPr>
          <a:xfrm>
            <a:off x="1268083" y="2051260"/>
            <a:ext cx="2275216" cy="22619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1" name="Rectángulo 10">
            <a:hlinkClick r:id="rId4" action="ppaction://hlinksldjump"/>
            <a:extLst>
              <a:ext uri="{FF2B5EF4-FFF2-40B4-BE49-F238E27FC236}">
                <a16:creationId xmlns:a16="http://schemas.microsoft.com/office/drawing/2014/main" id="{E94432DD-96B3-E56A-398A-89156E763C8E}"/>
              </a:ext>
            </a:extLst>
          </p:cNvPr>
          <p:cNvSpPr/>
          <p:nvPr/>
        </p:nvSpPr>
        <p:spPr>
          <a:xfrm>
            <a:off x="1268083" y="2051260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►Liderazgo</a:t>
            </a:r>
          </a:p>
        </p:txBody>
      </p:sp>
      <p:sp>
        <p:nvSpPr>
          <p:cNvPr id="13" name="Rectángulo 12">
            <a:hlinkClick r:id="rId5" action="ppaction://hlinksldjump"/>
            <a:extLst>
              <a:ext uri="{FF2B5EF4-FFF2-40B4-BE49-F238E27FC236}">
                <a16:creationId xmlns:a16="http://schemas.microsoft.com/office/drawing/2014/main" id="{621904C4-8376-73E8-DCC0-6D62CF25CA69}"/>
              </a:ext>
            </a:extLst>
          </p:cNvPr>
          <p:cNvSpPr/>
          <p:nvPr/>
        </p:nvSpPr>
        <p:spPr>
          <a:xfrm>
            <a:off x="1268083" y="2980037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►Leader Standard </a:t>
            </a:r>
            <a:r>
              <a:rPr lang="es-MX" dirty="0" err="1"/>
              <a:t>Work</a:t>
            </a:r>
            <a:r>
              <a:rPr lang="es-MX" dirty="0"/>
              <a:t> (LSW)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4" name="Rectángulo 13">
            <a:hlinkClick r:id="rId6" action="ppaction://hlinksldjump"/>
            <a:extLst>
              <a:ext uri="{FF2B5EF4-FFF2-40B4-BE49-F238E27FC236}">
                <a16:creationId xmlns:a16="http://schemas.microsoft.com/office/drawing/2014/main" id="{1247C1DA-3571-D80C-F762-57E18CAC9496}"/>
              </a:ext>
            </a:extLst>
          </p:cNvPr>
          <p:cNvSpPr/>
          <p:nvPr/>
        </p:nvSpPr>
        <p:spPr>
          <a:xfrm>
            <a:off x="1268083" y="3739579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►Interacciones y Participación</a:t>
            </a:r>
          </a:p>
        </p:txBody>
      </p:sp>
      <p:sp>
        <p:nvSpPr>
          <p:cNvPr id="15" name="Rectángulo 14">
            <a:hlinkClick r:id="rId7" action="ppaction://hlinksldjump"/>
            <a:extLst>
              <a:ext uri="{FF2B5EF4-FFF2-40B4-BE49-F238E27FC236}">
                <a16:creationId xmlns:a16="http://schemas.microsoft.com/office/drawing/2014/main" id="{D8DA1288-C214-77DF-B7BE-6B8422A36CBE}"/>
              </a:ext>
            </a:extLst>
          </p:cNvPr>
          <p:cNvSpPr/>
          <p:nvPr/>
        </p:nvSpPr>
        <p:spPr>
          <a:xfrm>
            <a:off x="1268083" y="4499121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►Talento y formación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6401957-2D5C-8C14-7697-86BACF4331F5}"/>
              </a:ext>
            </a:extLst>
          </p:cNvPr>
          <p:cNvSpPr/>
          <p:nvPr/>
        </p:nvSpPr>
        <p:spPr>
          <a:xfrm>
            <a:off x="1268083" y="1972743"/>
            <a:ext cx="2275216" cy="983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131B7B81-60E7-BE81-6A8D-C80A1F111263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5926CBF1-627A-68F1-BF5F-2084E34542AF}"/>
              </a:ext>
            </a:extLst>
          </p:cNvPr>
          <p:cNvSpPr/>
          <p:nvPr/>
        </p:nvSpPr>
        <p:spPr>
          <a:xfrm>
            <a:off x="8431195" y="3271835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2E0B36-B120-E243-C2E4-68F4CF0E884A}"/>
              </a:ext>
            </a:extLst>
          </p:cNvPr>
          <p:cNvSpPr/>
          <p:nvPr/>
        </p:nvSpPr>
        <p:spPr>
          <a:xfrm>
            <a:off x="3829878" y="2810802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Matriz LSW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5891BAA0-FABC-4CD5-42E3-F92E94B3CB27}"/>
              </a:ext>
            </a:extLst>
          </p:cNvPr>
          <p:cNvSpPr/>
          <p:nvPr/>
        </p:nvSpPr>
        <p:spPr>
          <a:xfrm>
            <a:off x="8431195" y="2858881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560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A349C-211C-5C7B-23A5-86943B98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567B23FF-5EAC-7C58-8268-3512EA04833D}"/>
              </a:ext>
            </a:extLst>
          </p:cNvPr>
          <p:cNvSpPr/>
          <p:nvPr/>
        </p:nvSpPr>
        <p:spPr>
          <a:xfrm>
            <a:off x="3760804" y="3570344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Actos (</a:t>
            </a:r>
            <a:r>
              <a:rPr lang="es-MX" sz="1400" dirty="0" err="1"/>
              <a:t>PROACTivo</a:t>
            </a:r>
            <a:r>
              <a:rPr lang="es-MX" sz="1400" dirty="0"/>
              <a:t>)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91A9F0C-9C3F-AF22-CB5C-17718442F3F6}"/>
              </a:ext>
            </a:extLst>
          </p:cNvPr>
          <p:cNvSpPr/>
          <p:nvPr/>
        </p:nvSpPr>
        <p:spPr>
          <a:xfrm>
            <a:off x="3760804" y="3983298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Reporte de actos (</a:t>
            </a:r>
            <a:r>
              <a:rPr lang="es-MX" sz="1400" dirty="0" err="1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PROACTivo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)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DBEDC24-ABD5-4EFC-29FE-EBE963752EA2}"/>
              </a:ext>
            </a:extLst>
          </p:cNvPr>
          <p:cNvSpPr/>
          <p:nvPr/>
        </p:nvSpPr>
        <p:spPr>
          <a:xfrm>
            <a:off x="3760804" y="4396252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Condiciones Inseguras 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F9F688-0510-674D-8650-594A21069576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10" name="Rectángulo 9">
            <a:hlinkClick r:id="rId2" action="ppaction://hlinksldjump"/>
            <a:extLst>
              <a:ext uri="{FF2B5EF4-FFF2-40B4-BE49-F238E27FC236}">
                <a16:creationId xmlns:a16="http://schemas.microsoft.com/office/drawing/2014/main" id="{EA1A5888-8555-8ABB-F951-24715D1BC340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2" name="Rectángulo 11">
            <a:hlinkClick r:id="rId3" action="ppaction://hlinksldjump"/>
            <a:extLst>
              <a:ext uri="{FF2B5EF4-FFF2-40B4-BE49-F238E27FC236}">
                <a16:creationId xmlns:a16="http://schemas.microsoft.com/office/drawing/2014/main" id="{3655A41A-974C-D980-D432-F043D1606E70}"/>
              </a:ext>
            </a:extLst>
          </p:cNvPr>
          <p:cNvSpPr/>
          <p:nvPr/>
        </p:nvSpPr>
        <p:spPr>
          <a:xfrm>
            <a:off x="4942936" y="1081843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EEE740B-358A-6B99-5817-8C089212271B}"/>
              </a:ext>
            </a:extLst>
          </p:cNvPr>
          <p:cNvSpPr/>
          <p:nvPr/>
        </p:nvSpPr>
        <p:spPr>
          <a:xfrm>
            <a:off x="3760804" y="4809206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Reporte Condiciones inseguras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1" name="Rectángulo 10">
            <a:hlinkClick r:id="rId4" action="ppaction://hlinksldjump"/>
            <a:extLst>
              <a:ext uri="{FF2B5EF4-FFF2-40B4-BE49-F238E27FC236}">
                <a16:creationId xmlns:a16="http://schemas.microsoft.com/office/drawing/2014/main" id="{BBEB8F15-2A9D-CBC5-59F0-899A869F526A}"/>
              </a:ext>
            </a:extLst>
          </p:cNvPr>
          <p:cNvSpPr/>
          <p:nvPr/>
        </p:nvSpPr>
        <p:spPr>
          <a:xfrm>
            <a:off x="1268083" y="2051260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►Liderazgo EHS</a:t>
            </a:r>
          </a:p>
        </p:txBody>
      </p:sp>
      <p:sp>
        <p:nvSpPr>
          <p:cNvPr id="13" name="Rectángulo 12">
            <a:hlinkClick r:id="rId5" action="ppaction://hlinksldjump"/>
            <a:extLst>
              <a:ext uri="{FF2B5EF4-FFF2-40B4-BE49-F238E27FC236}">
                <a16:creationId xmlns:a16="http://schemas.microsoft.com/office/drawing/2014/main" id="{78BE00E7-2799-84FC-147E-C17FACCB5BF6}"/>
              </a:ext>
            </a:extLst>
          </p:cNvPr>
          <p:cNvSpPr/>
          <p:nvPr/>
        </p:nvSpPr>
        <p:spPr>
          <a:xfrm>
            <a:off x="1268083" y="2810802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►Leader Standard </a:t>
            </a:r>
            <a:r>
              <a:rPr lang="es-MX" dirty="0" err="1"/>
              <a:t>Work</a:t>
            </a:r>
            <a:r>
              <a:rPr lang="es-MX" dirty="0"/>
              <a:t> (LSW)</a:t>
            </a:r>
          </a:p>
        </p:txBody>
      </p:sp>
      <p:sp>
        <p:nvSpPr>
          <p:cNvPr id="14" name="Rectángulo 13">
            <a:hlinkClick r:id="rId6" action="ppaction://hlinksldjump"/>
            <a:extLst>
              <a:ext uri="{FF2B5EF4-FFF2-40B4-BE49-F238E27FC236}">
                <a16:creationId xmlns:a16="http://schemas.microsoft.com/office/drawing/2014/main" id="{8457B472-9EA4-A150-4286-CCA6DB3533E5}"/>
              </a:ext>
            </a:extLst>
          </p:cNvPr>
          <p:cNvSpPr/>
          <p:nvPr/>
        </p:nvSpPr>
        <p:spPr>
          <a:xfrm>
            <a:off x="1268083" y="3570344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►Interacciones y Participación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5" name="Rectángulo 14">
            <a:hlinkClick r:id="rId7" action="ppaction://hlinksldjump"/>
            <a:extLst>
              <a:ext uri="{FF2B5EF4-FFF2-40B4-BE49-F238E27FC236}">
                <a16:creationId xmlns:a16="http://schemas.microsoft.com/office/drawing/2014/main" id="{E1CE0CCB-8944-C546-634D-184E633BFFC5}"/>
              </a:ext>
            </a:extLst>
          </p:cNvPr>
          <p:cNvSpPr/>
          <p:nvPr/>
        </p:nvSpPr>
        <p:spPr>
          <a:xfrm>
            <a:off x="1268083" y="4329886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Talento y formación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7677C95-29A2-8A6C-3E67-1A6B74ED3BFC}"/>
              </a:ext>
            </a:extLst>
          </p:cNvPr>
          <p:cNvSpPr/>
          <p:nvPr/>
        </p:nvSpPr>
        <p:spPr>
          <a:xfrm>
            <a:off x="1268083" y="1972743"/>
            <a:ext cx="2275216" cy="983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45626DD6-DC40-7ED7-D932-1B9409263FBA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DD28C30C-648A-DF64-B2BD-0F8DDE237975}"/>
              </a:ext>
            </a:extLst>
          </p:cNvPr>
          <p:cNvSpPr/>
          <p:nvPr/>
        </p:nvSpPr>
        <p:spPr>
          <a:xfrm>
            <a:off x="8362121" y="3688685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958092D5-BB4A-EF57-87C8-A56D8BA9FD51}"/>
              </a:ext>
            </a:extLst>
          </p:cNvPr>
          <p:cNvSpPr/>
          <p:nvPr/>
        </p:nvSpPr>
        <p:spPr>
          <a:xfrm>
            <a:off x="8362121" y="4113886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B39C6E20-A2CC-BD01-A1AF-45F8188164C7}"/>
              </a:ext>
            </a:extLst>
          </p:cNvPr>
          <p:cNvSpPr/>
          <p:nvPr/>
        </p:nvSpPr>
        <p:spPr>
          <a:xfrm>
            <a:off x="8355908" y="4493382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8D50064B-0E06-76D4-AE07-D7FB8945E8C9}"/>
              </a:ext>
            </a:extLst>
          </p:cNvPr>
          <p:cNvSpPr/>
          <p:nvPr/>
        </p:nvSpPr>
        <p:spPr>
          <a:xfrm>
            <a:off x="8355908" y="4918583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16AE57-6C28-5046-430D-EBF00ACEF372}"/>
              </a:ext>
            </a:extLst>
          </p:cNvPr>
          <p:cNvSpPr/>
          <p:nvPr/>
        </p:nvSpPr>
        <p:spPr>
          <a:xfrm>
            <a:off x="3760804" y="2777619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Carga de P5M 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C0D2159-2245-962E-A0FD-8CE9265B029E}"/>
              </a:ext>
            </a:extLst>
          </p:cNvPr>
          <p:cNvSpPr/>
          <p:nvPr/>
        </p:nvSpPr>
        <p:spPr>
          <a:xfrm>
            <a:off x="3760804" y="3173982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Cumplimiento lectura P5M 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65B88F4A-0093-1595-0AAE-22C285B97CCB}"/>
              </a:ext>
            </a:extLst>
          </p:cNvPr>
          <p:cNvSpPr/>
          <p:nvPr/>
        </p:nvSpPr>
        <p:spPr>
          <a:xfrm>
            <a:off x="8355908" y="3254536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6845AD12-D016-6484-719A-215319FA7AE6}"/>
              </a:ext>
            </a:extLst>
          </p:cNvPr>
          <p:cNvSpPr/>
          <p:nvPr/>
        </p:nvSpPr>
        <p:spPr>
          <a:xfrm>
            <a:off x="8355908" y="2830166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25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DFA3A-B2E6-7E2D-CBBF-FBF0326C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hlinkClick r:id="rId2" action="ppaction://hlinksldjump"/>
            <a:extLst>
              <a:ext uri="{FF2B5EF4-FFF2-40B4-BE49-F238E27FC236}">
                <a16:creationId xmlns:a16="http://schemas.microsoft.com/office/drawing/2014/main" id="{2CFB78A5-9BA2-169D-0634-3AD77D8CA9FC}"/>
              </a:ext>
            </a:extLst>
          </p:cNvPr>
          <p:cNvSpPr/>
          <p:nvPr/>
        </p:nvSpPr>
        <p:spPr>
          <a:xfrm>
            <a:off x="3691793" y="4676474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Plan capacitación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BFA163-0BBA-507F-A54A-82CDB8CB7C59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5AFD1D3F-4122-5909-A916-6E6FB9D0A195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2" name="Rectángulo 11">
            <a:hlinkClick r:id="rId4" action="ppaction://hlinksldjump"/>
            <a:extLst>
              <a:ext uri="{FF2B5EF4-FFF2-40B4-BE49-F238E27FC236}">
                <a16:creationId xmlns:a16="http://schemas.microsoft.com/office/drawing/2014/main" id="{5A0C4F7B-8936-D77E-0ED1-3D4A806A9CB7}"/>
              </a:ext>
            </a:extLst>
          </p:cNvPr>
          <p:cNvSpPr/>
          <p:nvPr/>
        </p:nvSpPr>
        <p:spPr>
          <a:xfrm>
            <a:off x="4942936" y="1081843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11" name="Rectángulo 10">
            <a:hlinkClick r:id="rId5" action="ppaction://hlinksldjump"/>
            <a:extLst>
              <a:ext uri="{FF2B5EF4-FFF2-40B4-BE49-F238E27FC236}">
                <a16:creationId xmlns:a16="http://schemas.microsoft.com/office/drawing/2014/main" id="{8B9A275D-7EFD-20FB-6D12-CB8F3A449B36}"/>
              </a:ext>
            </a:extLst>
          </p:cNvPr>
          <p:cNvSpPr/>
          <p:nvPr/>
        </p:nvSpPr>
        <p:spPr>
          <a:xfrm>
            <a:off x="1268083" y="2051260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►Liderazgo EHS</a:t>
            </a:r>
          </a:p>
        </p:txBody>
      </p:sp>
      <p:sp>
        <p:nvSpPr>
          <p:cNvPr id="13" name="Rectángulo 12">
            <a:hlinkClick r:id="rId6" action="ppaction://hlinksldjump"/>
            <a:extLst>
              <a:ext uri="{FF2B5EF4-FFF2-40B4-BE49-F238E27FC236}">
                <a16:creationId xmlns:a16="http://schemas.microsoft.com/office/drawing/2014/main" id="{70F2BC27-9EAB-D438-DB97-AB4A78BBC7D4}"/>
              </a:ext>
            </a:extLst>
          </p:cNvPr>
          <p:cNvSpPr/>
          <p:nvPr/>
        </p:nvSpPr>
        <p:spPr>
          <a:xfrm>
            <a:off x="1268083" y="2810802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►Leader Standard </a:t>
            </a:r>
            <a:r>
              <a:rPr lang="es-MX" dirty="0" err="1"/>
              <a:t>Work</a:t>
            </a:r>
            <a:r>
              <a:rPr lang="es-MX" dirty="0"/>
              <a:t> (LSW)</a:t>
            </a:r>
          </a:p>
        </p:txBody>
      </p:sp>
      <p:sp>
        <p:nvSpPr>
          <p:cNvPr id="14" name="Rectángulo 13">
            <a:hlinkClick r:id="rId7" action="ppaction://hlinksldjump"/>
            <a:extLst>
              <a:ext uri="{FF2B5EF4-FFF2-40B4-BE49-F238E27FC236}">
                <a16:creationId xmlns:a16="http://schemas.microsoft.com/office/drawing/2014/main" id="{60051776-30FC-C27D-82B1-D99653E251FB}"/>
              </a:ext>
            </a:extLst>
          </p:cNvPr>
          <p:cNvSpPr/>
          <p:nvPr/>
        </p:nvSpPr>
        <p:spPr>
          <a:xfrm>
            <a:off x="1268083" y="3570344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►Interacciones y Participación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5" name="Rectángulo 14">
            <a:hlinkClick r:id="rId8" action="ppaction://hlinksldjump"/>
            <a:extLst>
              <a:ext uri="{FF2B5EF4-FFF2-40B4-BE49-F238E27FC236}">
                <a16:creationId xmlns:a16="http://schemas.microsoft.com/office/drawing/2014/main" id="{C9C25E8F-10AF-F5DF-F598-7637B85B6A68}"/>
              </a:ext>
            </a:extLst>
          </p:cNvPr>
          <p:cNvSpPr/>
          <p:nvPr/>
        </p:nvSpPr>
        <p:spPr>
          <a:xfrm>
            <a:off x="1268083" y="4329886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►Talento y formación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19497FD-2D3A-BFE1-D68E-FB635119A666}"/>
              </a:ext>
            </a:extLst>
          </p:cNvPr>
          <p:cNvSpPr/>
          <p:nvPr/>
        </p:nvSpPr>
        <p:spPr>
          <a:xfrm>
            <a:off x="1268083" y="1972743"/>
            <a:ext cx="2275216" cy="983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9" action="ppaction://hlinksldjump"/>
            <a:extLst>
              <a:ext uri="{FF2B5EF4-FFF2-40B4-BE49-F238E27FC236}">
                <a16:creationId xmlns:a16="http://schemas.microsoft.com/office/drawing/2014/main" id="{5917BADC-95D0-E4B2-EAE2-1CA55D7798DC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 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3C037C17-746C-F1F2-8EC0-3FB2E28B7390}"/>
              </a:ext>
            </a:extLst>
          </p:cNvPr>
          <p:cNvSpPr/>
          <p:nvPr/>
        </p:nvSpPr>
        <p:spPr>
          <a:xfrm>
            <a:off x="8254121" y="4727160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8CA1956-A0DC-7C77-758B-8C789E003BB5}"/>
              </a:ext>
            </a:extLst>
          </p:cNvPr>
          <p:cNvSpPr/>
          <p:nvPr/>
        </p:nvSpPr>
        <p:spPr>
          <a:xfrm>
            <a:off x="3682065" y="4253792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Kárdex</a:t>
            </a:r>
          </a:p>
        </p:txBody>
      </p:sp>
    </p:spTree>
    <p:extLst>
      <p:ext uri="{BB962C8B-B14F-4D97-AF65-F5344CB8AC3E}">
        <p14:creationId xmlns:p14="http://schemas.microsoft.com/office/powerpoint/2010/main" val="351270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F3F1-F608-E679-509A-3D50A1B0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B537751-6348-CD87-89DA-14A6B154B119}"/>
              </a:ext>
            </a:extLst>
          </p:cNvPr>
          <p:cNvSpPr/>
          <p:nvPr/>
        </p:nvSpPr>
        <p:spPr>
          <a:xfrm>
            <a:off x="3691793" y="4676474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Plan capacitación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AD060AE-79E6-ABFA-8200-88062DE486B4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10" name="Rectángulo 9">
            <a:hlinkClick r:id="rId2" action="ppaction://hlinksldjump"/>
            <a:extLst>
              <a:ext uri="{FF2B5EF4-FFF2-40B4-BE49-F238E27FC236}">
                <a16:creationId xmlns:a16="http://schemas.microsoft.com/office/drawing/2014/main" id="{F00E5828-A9C3-078C-0C1C-486DD22B25EB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2" name="Rectángulo 11">
            <a:hlinkClick r:id="rId3" action="ppaction://hlinksldjump"/>
            <a:extLst>
              <a:ext uri="{FF2B5EF4-FFF2-40B4-BE49-F238E27FC236}">
                <a16:creationId xmlns:a16="http://schemas.microsoft.com/office/drawing/2014/main" id="{DABB5015-490C-FCBB-6217-53F1D90E63C1}"/>
              </a:ext>
            </a:extLst>
          </p:cNvPr>
          <p:cNvSpPr/>
          <p:nvPr/>
        </p:nvSpPr>
        <p:spPr>
          <a:xfrm>
            <a:off x="4942936" y="1081843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11" name="Rectángulo 10">
            <a:hlinkClick r:id="rId4" action="ppaction://hlinksldjump"/>
            <a:extLst>
              <a:ext uri="{FF2B5EF4-FFF2-40B4-BE49-F238E27FC236}">
                <a16:creationId xmlns:a16="http://schemas.microsoft.com/office/drawing/2014/main" id="{D65ED689-0261-BB2B-BC5E-CEEEC4D0B880}"/>
              </a:ext>
            </a:extLst>
          </p:cNvPr>
          <p:cNvSpPr/>
          <p:nvPr/>
        </p:nvSpPr>
        <p:spPr>
          <a:xfrm>
            <a:off x="1268083" y="2051260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►Liderazgo</a:t>
            </a:r>
          </a:p>
        </p:txBody>
      </p:sp>
      <p:sp>
        <p:nvSpPr>
          <p:cNvPr id="13" name="Rectángulo 12">
            <a:hlinkClick r:id="rId5" action="ppaction://hlinksldjump"/>
            <a:extLst>
              <a:ext uri="{FF2B5EF4-FFF2-40B4-BE49-F238E27FC236}">
                <a16:creationId xmlns:a16="http://schemas.microsoft.com/office/drawing/2014/main" id="{7F5FA8BC-D71D-0912-4180-E1045CED37E7}"/>
              </a:ext>
            </a:extLst>
          </p:cNvPr>
          <p:cNvSpPr/>
          <p:nvPr/>
        </p:nvSpPr>
        <p:spPr>
          <a:xfrm>
            <a:off x="1268083" y="2810802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►Leader Standard </a:t>
            </a:r>
            <a:r>
              <a:rPr lang="es-MX" dirty="0" err="1"/>
              <a:t>Work</a:t>
            </a:r>
            <a:r>
              <a:rPr lang="es-MX" dirty="0"/>
              <a:t> (LSW)</a:t>
            </a:r>
          </a:p>
        </p:txBody>
      </p:sp>
      <p:sp>
        <p:nvSpPr>
          <p:cNvPr id="14" name="Rectángulo 13">
            <a:hlinkClick r:id="rId6" action="ppaction://hlinksldjump"/>
            <a:extLst>
              <a:ext uri="{FF2B5EF4-FFF2-40B4-BE49-F238E27FC236}">
                <a16:creationId xmlns:a16="http://schemas.microsoft.com/office/drawing/2014/main" id="{9FB72980-A3C2-341E-E449-601F6E23F7AA}"/>
              </a:ext>
            </a:extLst>
          </p:cNvPr>
          <p:cNvSpPr/>
          <p:nvPr/>
        </p:nvSpPr>
        <p:spPr>
          <a:xfrm>
            <a:off x="1268083" y="3570344"/>
            <a:ext cx="2275216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►Interacciones y Participación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5" name="Rectángulo 14">
            <a:hlinkClick r:id="rId7" action="ppaction://hlinksldjump"/>
            <a:extLst>
              <a:ext uri="{FF2B5EF4-FFF2-40B4-BE49-F238E27FC236}">
                <a16:creationId xmlns:a16="http://schemas.microsoft.com/office/drawing/2014/main" id="{F8AC5CD0-F21A-2EDE-5855-F6C538635DE2}"/>
              </a:ext>
            </a:extLst>
          </p:cNvPr>
          <p:cNvSpPr/>
          <p:nvPr/>
        </p:nvSpPr>
        <p:spPr>
          <a:xfrm>
            <a:off x="1268083" y="4329886"/>
            <a:ext cx="2275216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►Talento y formación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ECC0B3-DF2C-4F15-B3AB-722C2C86BBBB}"/>
              </a:ext>
            </a:extLst>
          </p:cNvPr>
          <p:cNvSpPr/>
          <p:nvPr/>
        </p:nvSpPr>
        <p:spPr>
          <a:xfrm>
            <a:off x="1268083" y="1972743"/>
            <a:ext cx="2275216" cy="983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394299C6-ABFE-3DFE-BAC9-EF1796CA63BC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959452-E078-5A25-7393-444A2B1690B9}"/>
              </a:ext>
            </a:extLst>
          </p:cNvPr>
          <p:cNvSpPr/>
          <p:nvPr/>
        </p:nvSpPr>
        <p:spPr>
          <a:xfrm>
            <a:off x="8233623" y="4676474"/>
            <a:ext cx="298236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Inducción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57F100-3B1D-E1EB-44A0-8FB4F645DE84}"/>
              </a:ext>
            </a:extLst>
          </p:cNvPr>
          <p:cNvSpPr/>
          <p:nvPr/>
        </p:nvSpPr>
        <p:spPr>
          <a:xfrm>
            <a:off x="8233623" y="5062251"/>
            <a:ext cx="298236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Puesto de trabajo (IT)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8ABCF0-2EC0-D44A-4404-7A820E7E731B}"/>
              </a:ext>
            </a:extLst>
          </p:cNvPr>
          <p:cNvSpPr/>
          <p:nvPr/>
        </p:nvSpPr>
        <p:spPr>
          <a:xfrm>
            <a:off x="8233623" y="5475205"/>
            <a:ext cx="298236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Especifico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3A88AB-A2E8-9F3E-43E4-2D74781DAB5C}"/>
              </a:ext>
            </a:extLst>
          </p:cNvPr>
          <p:cNvSpPr/>
          <p:nvPr/>
        </p:nvSpPr>
        <p:spPr>
          <a:xfrm>
            <a:off x="3682065" y="4253792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Kárdex</a:t>
            </a:r>
          </a:p>
        </p:txBody>
      </p:sp>
    </p:spTree>
    <p:extLst>
      <p:ext uri="{BB962C8B-B14F-4D97-AF65-F5344CB8AC3E}">
        <p14:creationId xmlns:p14="http://schemas.microsoft.com/office/powerpoint/2010/main" val="309927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C2BBCB8-B936-4147-9200-FAF70881D69F}"/>
              </a:ext>
            </a:extLst>
          </p:cNvPr>
          <p:cNvSpPr/>
          <p:nvPr/>
        </p:nvSpPr>
        <p:spPr>
          <a:xfrm>
            <a:off x="4996491" y="1972743"/>
            <a:ext cx="2143664" cy="97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5" name="Rectángulo 14">
            <a:hlinkClick r:id="rId2" action="ppaction://hlinksldjump"/>
            <a:extLst>
              <a:ext uri="{FF2B5EF4-FFF2-40B4-BE49-F238E27FC236}">
                <a16:creationId xmlns:a16="http://schemas.microsoft.com/office/drawing/2014/main" id="{DB9F0D82-67E0-4E6A-90F1-90B9308FA379}"/>
              </a:ext>
            </a:extLst>
          </p:cNvPr>
          <p:cNvSpPr/>
          <p:nvPr/>
        </p:nvSpPr>
        <p:spPr>
          <a:xfrm>
            <a:off x="4996489" y="2070340"/>
            <a:ext cx="2143663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Reducción de riesgos</a:t>
            </a:r>
          </a:p>
        </p:txBody>
      </p:sp>
      <p:sp>
        <p:nvSpPr>
          <p:cNvPr id="16" name="Rectángulo 15">
            <a:hlinkClick r:id="rId3" action="ppaction://hlinksldjump"/>
            <a:extLst>
              <a:ext uri="{FF2B5EF4-FFF2-40B4-BE49-F238E27FC236}">
                <a16:creationId xmlns:a16="http://schemas.microsoft.com/office/drawing/2014/main" id="{84635F7D-5F1C-4190-88CB-837BCC6436C0}"/>
              </a:ext>
            </a:extLst>
          </p:cNvPr>
          <p:cNvSpPr/>
          <p:nvPr/>
        </p:nvSpPr>
        <p:spPr>
          <a:xfrm>
            <a:off x="4996486" y="2829882"/>
            <a:ext cx="2143662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Gestión de centinelas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03EA86-FEFF-77A3-259A-E80BD421813C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3" name="Rectángulo 2">
            <a:hlinkClick r:id="rId4" action="ppaction://hlinksldjump"/>
            <a:extLst>
              <a:ext uri="{FF2B5EF4-FFF2-40B4-BE49-F238E27FC236}">
                <a16:creationId xmlns:a16="http://schemas.microsoft.com/office/drawing/2014/main" id="{FE249D8C-9BDA-F132-3E15-533CA8EBB0B4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4" name="Rectángulo 3">
            <a:hlinkClick r:id="rId5" action="ppaction://hlinksldjump"/>
            <a:extLst>
              <a:ext uri="{FF2B5EF4-FFF2-40B4-BE49-F238E27FC236}">
                <a16:creationId xmlns:a16="http://schemas.microsoft.com/office/drawing/2014/main" id="{61EB21D6-F471-8C23-11AF-690F520DD147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6" name="Rectángulo 5">
            <a:hlinkClick r:id="rId6" action="ppaction://hlinksldjump"/>
            <a:extLst>
              <a:ext uri="{FF2B5EF4-FFF2-40B4-BE49-F238E27FC236}">
                <a16:creationId xmlns:a16="http://schemas.microsoft.com/office/drawing/2014/main" id="{7897BE56-8D13-BC67-6663-053DA22A0147}"/>
              </a:ext>
            </a:extLst>
          </p:cNvPr>
          <p:cNvSpPr/>
          <p:nvPr/>
        </p:nvSpPr>
        <p:spPr>
          <a:xfrm>
            <a:off x="4996486" y="3589424"/>
            <a:ext cx="2143662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Control de riesgos</a:t>
            </a:r>
          </a:p>
        </p:txBody>
      </p:sp>
      <p:sp>
        <p:nvSpPr>
          <p:cNvPr id="9" name="Rectángulo 8">
            <a:hlinkClick r:id="rId7" action="ppaction://hlinksldjump"/>
            <a:extLst>
              <a:ext uri="{FF2B5EF4-FFF2-40B4-BE49-F238E27FC236}">
                <a16:creationId xmlns:a16="http://schemas.microsoft.com/office/drawing/2014/main" id="{9B91641E-9FDE-545D-39FA-404302372EE9}"/>
              </a:ext>
            </a:extLst>
          </p:cNvPr>
          <p:cNvSpPr/>
          <p:nvPr/>
        </p:nvSpPr>
        <p:spPr>
          <a:xfrm>
            <a:off x="4996486" y="4348966"/>
            <a:ext cx="2143662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►Cumplimiento legal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7" name="Rectángulo 6">
            <a:hlinkClick r:id="rId8" action="ppaction://hlinksldjump"/>
            <a:extLst>
              <a:ext uri="{FF2B5EF4-FFF2-40B4-BE49-F238E27FC236}">
                <a16:creationId xmlns:a16="http://schemas.microsoft.com/office/drawing/2014/main" id="{2C84E96D-72E9-36D0-FED3-E556C5D68F5C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</p:spTree>
    <p:extLst>
      <p:ext uri="{BB962C8B-B14F-4D97-AF65-F5344CB8AC3E}">
        <p14:creationId xmlns:p14="http://schemas.microsoft.com/office/powerpoint/2010/main" val="239996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7DBAC29D-112C-4A9D-B4C1-0FCED097CE85}"/>
              </a:ext>
            </a:extLst>
          </p:cNvPr>
          <p:cNvSpPr/>
          <p:nvPr/>
        </p:nvSpPr>
        <p:spPr>
          <a:xfrm>
            <a:off x="7254502" y="2070340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Inventario de Operaciones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5C1D3C-0775-9F29-AF86-B291F7297F03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49AB768-DD3A-29ED-4194-D658C384F4DB}"/>
              </a:ext>
            </a:extLst>
          </p:cNvPr>
          <p:cNvSpPr/>
          <p:nvPr/>
        </p:nvSpPr>
        <p:spPr>
          <a:xfrm>
            <a:off x="4996491" y="1972743"/>
            <a:ext cx="2143664" cy="97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30DC95EC-767D-8EA5-E47D-E42CEF1647F2}"/>
              </a:ext>
            </a:extLst>
          </p:cNvPr>
          <p:cNvSpPr/>
          <p:nvPr/>
        </p:nvSpPr>
        <p:spPr>
          <a:xfrm>
            <a:off x="4996489" y="2070340"/>
            <a:ext cx="2143663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Reducción de riesgos</a:t>
            </a:r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C375F454-1F0C-79E3-D6B7-1470D5FC7082}"/>
              </a:ext>
            </a:extLst>
          </p:cNvPr>
          <p:cNvSpPr/>
          <p:nvPr/>
        </p:nvSpPr>
        <p:spPr>
          <a:xfrm>
            <a:off x="4996486" y="2829882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Gestión de centinelas</a:t>
            </a:r>
          </a:p>
        </p:txBody>
      </p:sp>
      <p:sp>
        <p:nvSpPr>
          <p:cNvPr id="12" name="Rectángulo 11">
            <a:hlinkClick r:id="rId4" action="ppaction://hlinksldjump"/>
            <a:extLst>
              <a:ext uri="{FF2B5EF4-FFF2-40B4-BE49-F238E27FC236}">
                <a16:creationId xmlns:a16="http://schemas.microsoft.com/office/drawing/2014/main" id="{AB3F62DE-1A12-5220-858B-B9FC5EFAD54E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8" name="Rectángulo 17">
            <a:hlinkClick r:id="rId5" action="ppaction://hlinksldjump"/>
            <a:extLst>
              <a:ext uri="{FF2B5EF4-FFF2-40B4-BE49-F238E27FC236}">
                <a16:creationId xmlns:a16="http://schemas.microsoft.com/office/drawing/2014/main" id="{F6427FC0-6855-40DD-13EB-3B2CC4EB652C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27" name="Rectángulo 26">
            <a:hlinkClick r:id="rId6" action="ppaction://hlinksldjump"/>
            <a:extLst>
              <a:ext uri="{FF2B5EF4-FFF2-40B4-BE49-F238E27FC236}">
                <a16:creationId xmlns:a16="http://schemas.microsoft.com/office/drawing/2014/main" id="{6F0019C3-D4D7-A090-CA58-1177DEC19CA5}"/>
              </a:ext>
            </a:extLst>
          </p:cNvPr>
          <p:cNvSpPr/>
          <p:nvPr/>
        </p:nvSpPr>
        <p:spPr>
          <a:xfrm>
            <a:off x="4996486" y="3589424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Control de riesgos</a:t>
            </a:r>
          </a:p>
        </p:txBody>
      </p:sp>
      <p:sp>
        <p:nvSpPr>
          <p:cNvPr id="28" name="Rectángulo 27">
            <a:hlinkClick r:id="rId7" action="ppaction://hlinksldjump"/>
            <a:extLst>
              <a:ext uri="{FF2B5EF4-FFF2-40B4-BE49-F238E27FC236}">
                <a16:creationId xmlns:a16="http://schemas.microsoft.com/office/drawing/2014/main" id="{57F2E9B2-373F-BF0A-AB02-D8D937DBE4F2}"/>
              </a:ext>
            </a:extLst>
          </p:cNvPr>
          <p:cNvSpPr/>
          <p:nvPr/>
        </p:nvSpPr>
        <p:spPr>
          <a:xfrm>
            <a:off x="4996486" y="4348966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►Cumplimiento legal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A70171FF-1798-7D47-24EF-1220F9B7FA65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B0CE2DBD-A949-5726-21BB-B39B31B121E9}"/>
              </a:ext>
            </a:extLst>
          </p:cNvPr>
          <p:cNvSpPr/>
          <p:nvPr/>
        </p:nvSpPr>
        <p:spPr>
          <a:xfrm>
            <a:off x="11766327" y="2168817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84B1962-6D5E-DF74-39D2-58F2990F755A}"/>
              </a:ext>
            </a:extLst>
          </p:cNvPr>
          <p:cNvSpPr/>
          <p:nvPr/>
        </p:nvSpPr>
        <p:spPr>
          <a:xfrm>
            <a:off x="7254502" y="2483294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Evaluación de Riesgos en Maquinaria (Risk Assessment)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5738AFA8-9252-46A1-0C2D-190D4C22E759}"/>
              </a:ext>
            </a:extLst>
          </p:cNvPr>
          <p:cNvSpPr/>
          <p:nvPr/>
        </p:nvSpPr>
        <p:spPr>
          <a:xfrm>
            <a:off x="11766327" y="2581771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887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C043-B19E-2CD3-C187-F9CB982F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682A090-A2B8-1491-C6E2-892F613B7EDB}"/>
              </a:ext>
            </a:extLst>
          </p:cNvPr>
          <p:cNvSpPr/>
          <p:nvPr/>
        </p:nvSpPr>
        <p:spPr>
          <a:xfrm>
            <a:off x="7271756" y="2829882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Inventario de Riesgos Centinela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E0FD275-3B03-8791-44C2-A52FDBC7B926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E5A5EDB-B14B-617A-3F83-3239A48A7F82}"/>
              </a:ext>
            </a:extLst>
          </p:cNvPr>
          <p:cNvSpPr/>
          <p:nvPr/>
        </p:nvSpPr>
        <p:spPr>
          <a:xfrm>
            <a:off x="4996491" y="1972743"/>
            <a:ext cx="2143664" cy="97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A8DDFA56-3721-D464-DCFE-A95504936DBC}"/>
              </a:ext>
            </a:extLst>
          </p:cNvPr>
          <p:cNvSpPr/>
          <p:nvPr/>
        </p:nvSpPr>
        <p:spPr>
          <a:xfrm>
            <a:off x="4996489" y="2070340"/>
            <a:ext cx="2143663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Reducción de riesgos</a:t>
            </a:r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AF598772-31BD-F3E7-F6C0-D666D3C1F0D9}"/>
              </a:ext>
            </a:extLst>
          </p:cNvPr>
          <p:cNvSpPr/>
          <p:nvPr/>
        </p:nvSpPr>
        <p:spPr>
          <a:xfrm>
            <a:off x="4996486" y="2829882"/>
            <a:ext cx="2143662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Gestión de centinelas</a:t>
            </a:r>
          </a:p>
        </p:txBody>
      </p:sp>
      <p:sp>
        <p:nvSpPr>
          <p:cNvPr id="12" name="Rectángulo 11">
            <a:hlinkClick r:id="rId4" action="ppaction://hlinksldjump"/>
            <a:extLst>
              <a:ext uri="{FF2B5EF4-FFF2-40B4-BE49-F238E27FC236}">
                <a16:creationId xmlns:a16="http://schemas.microsoft.com/office/drawing/2014/main" id="{A63684E2-AC14-F259-246B-20D345C2BD0E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8" name="Rectángulo 17">
            <a:hlinkClick r:id="rId5" action="ppaction://hlinksldjump"/>
            <a:extLst>
              <a:ext uri="{FF2B5EF4-FFF2-40B4-BE49-F238E27FC236}">
                <a16:creationId xmlns:a16="http://schemas.microsoft.com/office/drawing/2014/main" id="{12441D7B-3136-5690-3481-159E1E31CDFC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27" name="Rectángulo 26">
            <a:hlinkClick r:id="rId6" action="ppaction://hlinksldjump"/>
            <a:extLst>
              <a:ext uri="{FF2B5EF4-FFF2-40B4-BE49-F238E27FC236}">
                <a16:creationId xmlns:a16="http://schemas.microsoft.com/office/drawing/2014/main" id="{F93B7E86-ECD5-970F-B0CC-F84EFBDCBFBE}"/>
              </a:ext>
            </a:extLst>
          </p:cNvPr>
          <p:cNvSpPr/>
          <p:nvPr/>
        </p:nvSpPr>
        <p:spPr>
          <a:xfrm>
            <a:off x="4996486" y="3589424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Control de riesgos</a:t>
            </a:r>
          </a:p>
        </p:txBody>
      </p:sp>
      <p:sp>
        <p:nvSpPr>
          <p:cNvPr id="28" name="Rectángulo 27">
            <a:hlinkClick r:id="rId7" action="ppaction://hlinksldjump"/>
            <a:extLst>
              <a:ext uri="{FF2B5EF4-FFF2-40B4-BE49-F238E27FC236}">
                <a16:creationId xmlns:a16="http://schemas.microsoft.com/office/drawing/2014/main" id="{529E5919-97E8-E4FF-7975-69CAE308C06F}"/>
              </a:ext>
            </a:extLst>
          </p:cNvPr>
          <p:cNvSpPr/>
          <p:nvPr/>
        </p:nvSpPr>
        <p:spPr>
          <a:xfrm>
            <a:off x="4996486" y="4348966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►Cumplimiento legal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1CAE7D38-2666-6193-3DF2-E14C5DE12A85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13378C02-831C-D47A-97A5-93232A053962}"/>
              </a:ext>
            </a:extLst>
          </p:cNvPr>
          <p:cNvSpPr/>
          <p:nvPr/>
        </p:nvSpPr>
        <p:spPr>
          <a:xfrm>
            <a:off x="11800838" y="2928359"/>
            <a:ext cx="216000" cy="216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268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638E-5BB6-8037-BDAA-8E45BEC0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E9E0821C-0C3F-DC3B-B8E6-27D85513DF82}"/>
              </a:ext>
            </a:extLst>
          </p:cNvPr>
          <p:cNvSpPr/>
          <p:nvPr/>
        </p:nvSpPr>
        <p:spPr>
          <a:xfrm>
            <a:off x="7297635" y="3589424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Preusos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A70888-1B0F-A713-4FD7-E5FC95053E4F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3AD459-4D89-0D6A-9D55-06837493FA02}"/>
              </a:ext>
            </a:extLst>
          </p:cNvPr>
          <p:cNvSpPr/>
          <p:nvPr/>
        </p:nvSpPr>
        <p:spPr>
          <a:xfrm>
            <a:off x="4996491" y="1972743"/>
            <a:ext cx="2143664" cy="97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39643DE7-146D-2BFB-00E6-7F36F6374343}"/>
              </a:ext>
            </a:extLst>
          </p:cNvPr>
          <p:cNvSpPr/>
          <p:nvPr/>
        </p:nvSpPr>
        <p:spPr>
          <a:xfrm>
            <a:off x="4996489" y="2070340"/>
            <a:ext cx="2143663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Reducción de riesgos</a:t>
            </a:r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58707D01-2987-9831-5391-1BB2299FF44A}"/>
              </a:ext>
            </a:extLst>
          </p:cNvPr>
          <p:cNvSpPr/>
          <p:nvPr/>
        </p:nvSpPr>
        <p:spPr>
          <a:xfrm>
            <a:off x="4996486" y="2829882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Gestión de centinelas</a:t>
            </a:r>
          </a:p>
        </p:txBody>
      </p:sp>
      <p:sp>
        <p:nvSpPr>
          <p:cNvPr id="12" name="Rectángulo 11">
            <a:hlinkClick r:id="rId4" action="ppaction://hlinksldjump"/>
            <a:extLst>
              <a:ext uri="{FF2B5EF4-FFF2-40B4-BE49-F238E27FC236}">
                <a16:creationId xmlns:a16="http://schemas.microsoft.com/office/drawing/2014/main" id="{F7794364-3562-1A0E-1364-D7431BB9FB1F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8" name="Rectángulo 17">
            <a:hlinkClick r:id="rId5" action="ppaction://hlinksldjump"/>
            <a:extLst>
              <a:ext uri="{FF2B5EF4-FFF2-40B4-BE49-F238E27FC236}">
                <a16:creationId xmlns:a16="http://schemas.microsoft.com/office/drawing/2014/main" id="{493E61F3-4125-6275-8ABB-5CC7A491A874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27" name="Rectángulo 26">
            <a:hlinkClick r:id="rId6" action="ppaction://hlinksldjump"/>
            <a:extLst>
              <a:ext uri="{FF2B5EF4-FFF2-40B4-BE49-F238E27FC236}">
                <a16:creationId xmlns:a16="http://schemas.microsoft.com/office/drawing/2014/main" id="{D34CC0D7-A783-E71B-0A8A-75D58A1E03F4}"/>
              </a:ext>
            </a:extLst>
          </p:cNvPr>
          <p:cNvSpPr/>
          <p:nvPr/>
        </p:nvSpPr>
        <p:spPr>
          <a:xfrm>
            <a:off x="4996486" y="3589424"/>
            <a:ext cx="2143662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Control de riesgos</a:t>
            </a:r>
          </a:p>
        </p:txBody>
      </p:sp>
      <p:sp>
        <p:nvSpPr>
          <p:cNvPr id="28" name="Rectángulo 27">
            <a:hlinkClick r:id="rId7" action="ppaction://hlinksldjump"/>
            <a:extLst>
              <a:ext uri="{FF2B5EF4-FFF2-40B4-BE49-F238E27FC236}">
                <a16:creationId xmlns:a16="http://schemas.microsoft.com/office/drawing/2014/main" id="{26206228-9488-7363-CD2C-00DB64E34DB4}"/>
              </a:ext>
            </a:extLst>
          </p:cNvPr>
          <p:cNvSpPr/>
          <p:nvPr/>
        </p:nvSpPr>
        <p:spPr>
          <a:xfrm>
            <a:off x="4996486" y="4348966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►Cumplimiento legal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EB998E51-7C12-20B4-BB03-746BE4BD03A2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2519039-B0A9-4148-AD50-17952FA5E5DD}"/>
              </a:ext>
            </a:extLst>
          </p:cNvPr>
          <p:cNvSpPr/>
          <p:nvPr/>
        </p:nvSpPr>
        <p:spPr>
          <a:xfrm>
            <a:off x="7297635" y="4002378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Inspección de EPP</a:t>
            </a:r>
          </a:p>
        </p:txBody>
      </p:sp>
      <p:sp>
        <p:nvSpPr>
          <p:cNvPr id="8" name="Rectángulo 7">
            <a:hlinkClick r:id="rId9" action="ppaction://hlinksldjump"/>
            <a:extLst>
              <a:ext uri="{FF2B5EF4-FFF2-40B4-BE49-F238E27FC236}">
                <a16:creationId xmlns:a16="http://schemas.microsoft.com/office/drawing/2014/main" id="{E12F77A2-0AF0-EDFA-CE71-B787801A0026}"/>
              </a:ext>
            </a:extLst>
          </p:cNvPr>
          <p:cNvSpPr/>
          <p:nvPr/>
        </p:nvSpPr>
        <p:spPr>
          <a:xfrm>
            <a:off x="7297635" y="4415332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Inspección de área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88F316EB-9AEC-4BC7-0462-B49DAFEB5E58}"/>
              </a:ext>
            </a:extLst>
          </p:cNvPr>
          <p:cNvSpPr/>
          <p:nvPr/>
        </p:nvSpPr>
        <p:spPr>
          <a:xfrm>
            <a:off x="9598784" y="3668445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5F44BEFE-F24D-2435-74B9-0231B8828A8A}"/>
              </a:ext>
            </a:extLst>
          </p:cNvPr>
          <p:cNvSpPr/>
          <p:nvPr/>
        </p:nvSpPr>
        <p:spPr>
          <a:xfrm>
            <a:off x="9598784" y="4081399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F53BF28E-AA2B-43C9-BE17-1620324F55D1}"/>
              </a:ext>
            </a:extLst>
          </p:cNvPr>
          <p:cNvSpPr/>
          <p:nvPr/>
        </p:nvSpPr>
        <p:spPr>
          <a:xfrm>
            <a:off x="9598784" y="4494353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EC1033-B120-8B7E-51B3-AFA7455E2282}"/>
              </a:ext>
            </a:extLst>
          </p:cNvPr>
          <p:cNvSpPr/>
          <p:nvPr/>
        </p:nvSpPr>
        <p:spPr>
          <a:xfrm>
            <a:off x="7297635" y="4828286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►Plan de respuesta a emergencias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6829E6-DB1E-D740-8B72-D6F9D9340017}"/>
              </a:ext>
            </a:extLst>
          </p:cNvPr>
          <p:cNvSpPr/>
          <p:nvPr/>
        </p:nvSpPr>
        <p:spPr>
          <a:xfrm>
            <a:off x="7297635" y="5241240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Hojas de seguridad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0C76993C-070A-8316-9A77-891F5E4B8DFE}"/>
              </a:ext>
            </a:extLst>
          </p:cNvPr>
          <p:cNvSpPr/>
          <p:nvPr/>
        </p:nvSpPr>
        <p:spPr>
          <a:xfrm>
            <a:off x="9613577" y="4929250"/>
            <a:ext cx="216000" cy="21600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19D63E05-8D1B-C03D-FDF5-CC3712D29D55}"/>
              </a:ext>
            </a:extLst>
          </p:cNvPr>
          <p:cNvSpPr/>
          <p:nvPr/>
        </p:nvSpPr>
        <p:spPr>
          <a:xfrm>
            <a:off x="9607494" y="5364147"/>
            <a:ext cx="216000" cy="21600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28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45216-5230-52F7-2A36-9C777F9B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BA806C1A-35A2-19D0-8A0C-1D3F9979FA4C}"/>
              </a:ext>
            </a:extLst>
          </p:cNvPr>
          <p:cNvSpPr/>
          <p:nvPr/>
        </p:nvSpPr>
        <p:spPr>
          <a:xfrm>
            <a:off x="7297635" y="3589424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Preusos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0D774E9-5C59-996B-41EA-442FCC4A97A3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FAA9C99-2C97-D7CB-73D3-C3A9B388C49F}"/>
              </a:ext>
            </a:extLst>
          </p:cNvPr>
          <p:cNvSpPr/>
          <p:nvPr/>
        </p:nvSpPr>
        <p:spPr>
          <a:xfrm>
            <a:off x="4996491" y="1972743"/>
            <a:ext cx="2143664" cy="97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41002FDB-DCAD-A4B3-C12A-050CDCF85835}"/>
              </a:ext>
            </a:extLst>
          </p:cNvPr>
          <p:cNvSpPr/>
          <p:nvPr/>
        </p:nvSpPr>
        <p:spPr>
          <a:xfrm>
            <a:off x="4996489" y="2070340"/>
            <a:ext cx="2143663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Reducción de riesgos</a:t>
            </a:r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F59937C2-D182-6EE7-AA19-198EBAB78417}"/>
              </a:ext>
            </a:extLst>
          </p:cNvPr>
          <p:cNvSpPr/>
          <p:nvPr/>
        </p:nvSpPr>
        <p:spPr>
          <a:xfrm>
            <a:off x="4996486" y="2829882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Gestión de centinelas</a:t>
            </a:r>
          </a:p>
        </p:txBody>
      </p:sp>
      <p:sp>
        <p:nvSpPr>
          <p:cNvPr id="12" name="Rectángulo 11">
            <a:hlinkClick r:id="rId4" action="ppaction://hlinksldjump"/>
            <a:extLst>
              <a:ext uri="{FF2B5EF4-FFF2-40B4-BE49-F238E27FC236}">
                <a16:creationId xmlns:a16="http://schemas.microsoft.com/office/drawing/2014/main" id="{66D62197-7C7C-D42B-D122-1738847ABAEE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8" name="Rectángulo 17">
            <a:hlinkClick r:id="rId5" action="ppaction://hlinksldjump"/>
            <a:extLst>
              <a:ext uri="{FF2B5EF4-FFF2-40B4-BE49-F238E27FC236}">
                <a16:creationId xmlns:a16="http://schemas.microsoft.com/office/drawing/2014/main" id="{8D19F1EA-03CC-E9A5-9A2B-CCC00D4CB48A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27" name="Rectángulo 26">
            <a:hlinkClick r:id="rId6" action="ppaction://hlinksldjump"/>
            <a:extLst>
              <a:ext uri="{FF2B5EF4-FFF2-40B4-BE49-F238E27FC236}">
                <a16:creationId xmlns:a16="http://schemas.microsoft.com/office/drawing/2014/main" id="{A36EB8EE-5F58-B83F-184D-D8648B7BF2B9}"/>
              </a:ext>
            </a:extLst>
          </p:cNvPr>
          <p:cNvSpPr/>
          <p:nvPr/>
        </p:nvSpPr>
        <p:spPr>
          <a:xfrm>
            <a:off x="4996486" y="3589424"/>
            <a:ext cx="2143662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Control de riesgos</a:t>
            </a:r>
          </a:p>
        </p:txBody>
      </p:sp>
      <p:sp>
        <p:nvSpPr>
          <p:cNvPr id="28" name="Rectángulo 27">
            <a:hlinkClick r:id="rId7" action="ppaction://hlinksldjump"/>
            <a:extLst>
              <a:ext uri="{FF2B5EF4-FFF2-40B4-BE49-F238E27FC236}">
                <a16:creationId xmlns:a16="http://schemas.microsoft.com/office/drawing/2014/main" id="{857D6B30-9695-7590-42D5-9FFC9323F6A6}"/>
              </a:ext>
            </a:extLst>
          </p:cNvPr>
          <p:cNvSpPr/>
          <p:nvPr/>
        </p:nvSpPr>
        <p:spPr>
          <a:xfrm>
            <a:off x="4996486" y="4348966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►Cumplimiento legal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07B4DB8B-6FEA-BE8A-D27E-2E78269255E3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325733F-C86A-1608-8453-6039682E95AA}"/>
              </a:ext>
            </a:extLst>
          </p:cNvPr>
          <p:cNvSpPr/>
          <p:nvPr/>
        </p:nvSpPr>
        <p:spPr>
          <a:xfrm>
            <a:off x="7297635" y="4002378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Inspección de EPP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A411F6-A121-F580-C505-EC7FD0C11044}"/>
              </a:ext>
            </a:extLst>
          </p:cNvPr>
          <p:cNvSpPr/>
          <p:nvPr/>
        </p:nvSpPr>
        <p:spPr>
          <a:xfrm>
            <a:off x="7297635" y="4415332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Inspección de área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FD384C7-44EF-5EDE-0B5F-C55E41A6FF56}"/>
              </a:ext>
            </a:extLst>
          </p:cNvPr>
          <p:cNvSpPr/>
          <p:nvPr/>
        </p:nvSpPr>
        <p:spPr>
          <a:xfrm>
            <a:off x="7297635" y="4828286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►Plan de respuesta a emergencias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97A798-600B-2304-2E6C-A2917D20A3EC}"/>
              </a:ext>
            </a:extLst>
          </p:cNvPr>
          <p:cNvSpPr/>
          <p:nvPr/>
        </p:nvSpPr>
        <p:spPr>
          <a:xfrm>
            <a:off x="7297635" y="5241240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Hojas de seguridad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FF6685-3914-5BFA-293E-0B91F54A89B5}"/>
              </a:ext>
            </a:extLst>
          </p:cNvPr>
          <p:cNvSpPr/>
          <p:nvPr/>
        </p:nvSpPr>
        <p:spPr>
          <a:xfrm>
            <a:off x="9598784" y="4472304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Orden y limpieza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CBD3B62-20BE-5C5B-0959-17A8A24A93EA}"/>
              </a:ext>
            </a:extLst>
          </p:cNvPr>
          <p:cNvSpPr/>
          <p:nvPr/>
        </p:nvSpPr>
        <p:spPr>
          <a:xfrm>
            <a:off x="9598784" y="4885258"/>
            <a:ext cx="2143662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Planeada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5918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E783E-33B1-CE28-F1BC-474BDF7E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AE985E8E-D96B-0CC5-24E1-2ECAAF91CE39}"/>
              </a:ext>
            </a:extLst>
          </p:cNvPr>
          <p:cNvSpPr/>
          <p:nvPr/>
        </p:nvSpPr>
        <p:spPr>
          <a:xfrm>
            <a:off x="7299748" y="4354080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Matriz cumplimiento normativo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6311103-5F3B-318C-F66F-5D0635420F0D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F567D3-359F-A940-5E87-EF8133797EA2}"/>
              </a:ext>
            </a:extLst>
          </p:cNvPr>
          <p:cNvSpPr/>
          <p:nvPr/>
        </p:nvSpPr>
        <p:spPr>
          <a:xfrm>
            <a:off x="4996491" y="1972743"/>
            <a:ext cx="2143664" cy="97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774FA7C5-F636-9798-0F16-B181831D2EAA}"/>
              </a:ext>
            </a:extLst>
          </p:cNvPr>
          <p:cNvSpPr/>
          <p:nvPr/>
        </p:nvSpPr>
        <p:spPr>
          <a:xfrm>
            <a:off x="4996489" y="2070340"/>
            <a:ext cx="2143663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Reducción de riesgos</a:t>
            </a:r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3CB05AD2-269F-EBA4-42C2-AA1267CA40C3}"/>
              </a:ext>
            </a:extLst>
          </p:cNvPr>
          <p:cNvSpPr/>
          <p:nvPr/>
        </p:nvSpPr>
        <p:spPr>
          <a:xfrm>
            <a:off x="4996486" y="2829882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Gestión de centinelas</a:t>
            </a:r>
          </a:p>
        </p:txBody>
      </p:sp>
      <p:sp>
        <p:nvSpPr>
          <p:cNvPr id="12" name="Rectángulo 11">
            <a:hlinkClick r:id="rId4" action="ppaction://hlinksldjump"/>
            <a:extLst>
              <a:ext uri="{FF2B5EF4-FFF2-40B4-BE49-F238E27FC236}">
                <a16:creationId xmlns:a16="http://schemas.microsoft.com/office/drawing/2014/main" id="{F6C17D04-74BB-CA5D-640C-375E998F458B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18" name="Rectángulo 17">
            <a:hlinkClick r:id="rId5" action="ppaction://hlinksldjump"/>
            <a:extLst>
              <a:ext uri="{FF2B5EF4-FFF2-40B4-BE49-F238E27FC236}">
                <a16:creationId xmlns:a16="http://schemas.microsoft.com/office/drawing/2014/main" id="{4A998FDD-3AB5-AC69-3232-99E5B8FB25C6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27" name="Rectángulo 26">
            <a:hlinkClick r:id="rId6" action="ppaction://hlinksldjump"/>
            <a:extLst>
              <a:ext uri="{FF2B5EF4-FFF2-40B4-BE49-F238E27FC236}">
                <a16:creationId xmlns:a16="http://schemas.microsoft.com/office/drawing/2014/main" id="{B716B9A8-C964-9AE1-F244-9AEB9CD53FA3}"/>
              </a:ext>
            </a:extLst>
          </p:cNvPr>
          <p:cNvSpPr/>
          <p:nvPr/>
        </p:nvSpPr>
        <p:spPr>
          <a:xfrm>
            <a:off x="4996486" y="3589424"/>
            <a:ext cx="2143662" cy="759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</a:t>
            </a:r>
            <a:r>
              <a:rPr lang="es-MX" dirty="0">
                <a:solidFill>
                  <a:schemeClr val="bg1"/>
                </a:solidFill>
                <a:latin typeface="Grotesque" panose="020B0604020202020204" pitchFamily="34" charset="0"/>
                <a:cs typeface="AngsanaUPC" panose="020B0502040204020203" pitchFamily="18" charset="-34"/>
              </a:rPr>
              <a:t>Control de riesgos</a:t>
            </a:r>
          </a:p>
        </p:txBody>
      </p:sp>
      <p:sp>
        <p:nvSpPr>
          <p:cNvPr id="28" name="Rectángulo 27">
            <a:hlinkClick r:id="rId7" action="ppaction://hlinksldjump"/>
            <a:extLst>
              <a:ext uri="{FF2B5EF4-FFF2-40B4-BE49-F238E27FC236}">
                <a16:creationId xmlns:a16="http://schemas.microsoft.com/office/drawing/2014/main" id="{BE821A0A-6097-F92B-FF89-863F6822CB27}"/>
              </a:ext>
            </a:extLst>
          </p:cNvPr>
          <p:cNvSpPr/>
          <p:nvPr/>
        </p:nvSpPr>
        <p:spPr>
          <a:xfrm>
            <a:off x="4996486" y="4348966"/>
            <a:ext cx="2143662" cy="7595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►Cumplimiento legal</a:t>
            </a:r>
          </a:p>
        </p:txBody>
      </p:sp>
      <p:sp>
        <p:nvSpPr>
          <p:cNvPr id="3" name="Rectángulo 2">
            <a:hlinkClick r:id="rId8" action="ppaction://hlinksldjump"/>
            <a:extLst>
              <a:ext uri="{FF2B5EF4-FFF2-40B4-BE49-F238E27FC236}">
                <a16:creationId xmlns:a16="http://schemas.microsoft.com/office/drawing/2014/main" id="{EC08826D-046C-C4DF-C47B-D9A6D66EE483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C42AE826-D7BB-53C7-2247-7B8A870231AA}"/>
              </a:ext>
            </a:extLst>
          </p:cNvPr>
          <p:cNvSpPr/>
          <p:nvPr/>
        </p:nvSpPr>
        <p:spPr>
          <a:xfrm>
            <a:off x="11854876" y="4452557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854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47175-3B90-7B08-C92C-D0B668C1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3C36E97-4229-A9E1-D650-FF523492600C}"/>
              </a:ext>
            </a:extLst>
          </p:cNvPr>
          <p:cNvSpPr/>
          <p:nvPr/>
        </p:nvSpPr>
        <p:spPr>
          <a:xfrm>
            <a:off x="8648699" y="1974853"/>
            <a:ext cx="2275217" cy="954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5" name="Rectángulo 14">
            <a:hlinkClick r:id="rId2" action="ppaction://hlinksldjump"/>
            <a:extLst>
              <a:ext uri="{FF2B5EF4-FFF2-40B4-BE49-F238E27FC236}">
                <a16:creationId xmlns:a16="http://schemas.microsoft.com/office/drawing/2014/main" id="{04FCAE6B-D963-3F30-863B-CE42EBD32B46}"/>
              </a:ext>
            </a:extLst>
          </p:cNvPr>
          <p:cNvSpPr/>
          <p:nvPr/>
        </p:nvSpPr>
        <p:spPr>
          <a:xfrm>
            <a:off x="8648698" y="2086758"/>
            <a:ext cx="2275216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►Sistema de gestión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6" name="Rectángulo 15">
            <a:hlinkClick r:id="rId3" action="ppaction://hlinksldjump"/>
            <a:extLst>
              <a:ext uri="{FF2B5EF4-FFF2-40B4-BE49-F238E27FC236}">
                <a16:creationId xmlns:a16="http://schemas.microsoft.com/office/drawing/2014/main" id="{52EE5CF3-6822-9856-2A5C-C8AEFF64EBC7}"/>
              </a:ext>
            </a:extLst>
          </p:cNvPr>
          <p:cNvSpPr/>
          <p:nvPr/>
        </p:nvSpPr>
        <p:spPr>
          <a:xfrm>
            <a:off x="8648694" y="2846300"/>
            <a:ext cx="2275215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Equipos de trabajo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91988B-07A6-1B5F-994A-FE915782A634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3" name="Rectángulo 2">
            <a:hlinkClick r:id="rId4" action="ppaction://hlinksldjump"/>
            <a:extLst>
              <a:ext uri="{FF2B5EF4-FFF2-40B4-BE49-F238E27FC236}">
                <a16:creationId xmlns:a16="http://schemas.microsoft.com/office/drawing/2014/main" id="{82AD4DDD-1AC1-331F-E3E6-72819A3C9F20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4" name="Rectángulo 3">
            <a:hlinkClick r:id="rId5" action="ppaction://hlinksldjump"/>
            <a:extLst>
              <a:ext uri="{FF2B5EF4-FFF2-40B4-BE49-F238E27FC236}">
                <a16:creationId xmlns:a16="http://schemas.microsoft.com/office/drawing/2014/main" id="{B705264C-AD2C-098F-9AF0-D4FD7388AF31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6" name="Rectángulo 5">
            <a:hlinkClick r:id="rId6" action="ppaction://hlinksldjump"/>
            <a:extLst>
              <a:ext uri="{FF2B5EF4-FFF2-40B4-BE49-F238E27FC236}">
                <a16:creationId xmlns:a16="http://schemas.microsoft.com/office/drawing/2014/main" id="{63BF147C-96B0-6D99-61CC-C513370FC27A}"/>
              </a:ext>
            </a:extLst>
          </p:cNvPr>
          <p:cNvSpPr/>
          <p:nvPr/>
        </p:nvSpPr>
        <p:spPr>
          <a:xfrm>
            <a:off x="8648694" y="3605842"/>
            <a:ext cx="2275215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►Incentivos y métricas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2" name="Rectángulo 11">
            <a:hlinkClick r:id="rId7" action="ppaction://hlinksldjump"/>
            <a:extLst>
              <a:ext uri="{FF2B5EF4-FFF2-40B4-BE49-F238E27FC236}">
                <a16:creationId xmlns:a16="http://schemas.microsoft.com/office/drawing/2014/main" id="{A835676C-D520-E451-17B0-5BAB199A6D4B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</p:spTree>
    <p:extLst>
      <p:ext uri="{BB962C8B-B14F-4D97-AF65-F5344CB8AC3E}">
        <p14:creationId xmlns:p14="http://schemas.microsoft.com/office/powerpoint/2010/main" val="377729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AC8B-4D1C-0909-1AEB-320B00D4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968199C-6FF1-1046-E4BC-BDE1DBA8F0CA}"/>
              </a:ext>
            </a:extLst>
          </p:cNvPr>
          <p:cNvSpPr/>
          <p:nvPr/>
        </p:nvSpPr>
        <p:spPr>
          <a:xfrm>
            <a:off x="8648699" y="1974853"/>
            <a:ext cx="2275217" cy="954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370CC7C-DB06-065D-C49C-A0C8A2E6F1B8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3" name="Rectángulo 2">
            <a:hlinkClick r:id="rId3" action="ppaction://hlinksldjump"/>
            <a:extLst>
              <a:ext uri="{FF2B5EF4-FFF2-40B4-BE49-F238E27FC236}">
                <a16:creationId xmlns:a16="http://schemas.microsoft.com/office/drawing/2014/main" id="{46FF9397-C5AB-C1D9-2214-64FB0A9B3618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4" name="Rectángulo 3">
            <a:hlinkClick r:id="rId4" action="ppaction://hlinksldjump"/>
            <a:extLst>
              <a:ext uri="{FF2B5EF4-FFF2-40B4-BE49-F238E27FC236}">
                <a16:creationId xmlns:a16="http://schemas.microsoft.com/office/drawing/2014/main" id="{FC70C9BE-A87C-03EF-FCA2-FDA0ECE66339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7" name="Rectángulo 6">
            <a:hlinkClick r:id="rId5" action="ppaction://hlinksldjump"/>
            <a:extLst>
              <a:ext uri="{FF2B5EF4-FFF2-40B4-BE49-F238E27FC236}">
                <a16:creationId xmlns:a16="http://schemas.microsoft.com/office/drawing/2014/main" id="{5EFA75E1-C366-1ADF-E8CD-F8AFB77F0FDD}"/>
              </a:ext>
            </a:extLst>
          </p:cNvPr>
          <p:cNvSpPr/>
          <p:nvPr/>
        </p:nvSpPr>
        <p:spPr>
          <a:xfrm>
            <a:off x="8648698" y="2086758"/>
            <a:ext cx="2275216" cy="7431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►Sistema de gestión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6" action="ppaction://hlinksldjump"/>
            <a:extLst>
              <a:ext uri="{FF2B5EF4-FFF2-40B4-BE49-F238E27FC236}">
                <a16:creationId xmlns:a16="http://schemas.microsoft.com/office/drawing/2014/main" id="{CC865958-C8C1-C9AA-A3BA-3BCF370E2D52}"/>
              </a:ext>
            </a:extLst>
          </p:cNvPr>
          <p:cNvSpPr/>
          <p:nvPr/>
        </p:nvSpPr>
        <p:spPr>
          <a:xfrm>
            <a:off x="8648694" y="2846300"/>
            <a:ext cx="2275215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Equipos de trabajo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0" name="Rectángulo 9">
            <a:hlinkClick r:id="rId7" action="ppaction://hlinksldjump"/>
            <a:extLst>
              <a:ext uri="{FF2B5EF4-FFF2-40B4-BE49-F238E27FC236}">
                <a16:creationId xmlns:a16="http://schemas.microsoft.com/office/drawing/2014/main" id="{9C393875-6DDD-8A2A-75B5-65785EF3D88B}"/>
              </a:ext>
            </a:extLst>
          </p:cNvPr>
          <p:cNvSpPr/>
          <p:nvPr/>
        </p:nvSpPr>
        <p:spPr>
          <a:xfrm>
            <a:off x="8648693" y="3589424"/>
            <a:ext cx="2275215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►Incentivos y métricas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7848DA-3B45-8F37-E23A-36268849D6F9}"/>
              </a:ext>
            </a:extLst>
          </p:cNvPr>
          <p:cNvSpPr/>
          <p:nvPr/>
        </p:nvSpPr>
        <p:spPr>
          <a:xfrm>
            <a:off x="4132005" y="2086758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</a:t>
            </a:r>
            <a:r>
              <a:rPr lang="es-MX" sz="1400" dirty="0" err="1"/>
              <a:t>AOPOEs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7B5565D-7C2D-7F72-755A-3B9DCDFF6C7D}"/>
              </a:ext>
            </a:extLst>
          </p:cNvPr>
          <p:cNvSpPr/>
          <p:nvPr/>
        </p:nvSpPr>
        <p:spPr>
          <a:xfrm>
            <a:off x="4132005" y="2472535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Cargar IT/OPT/Lectura AOPOE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92BF906-F762-A14D-9728-9BBD984AB881}"/>
              </a:ext>
            </a:extLst>
          </p:cNvPr>
          <p:cNvSpPr/>
          <p:nvPr/>
        </p:nvSpPr>
        <p:spPr>
          <a:xfrm>
            <a:off x="4132005" y="2885489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Reporte IT/OPT/Lectura AOPOE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7" name="Rectángulo 16">
            <a:hlinkClick r:id="rId8" action="ppaction://hlinksldjump"/>
            <a:extLst>
              <a:ext uri="{FF2B5EF4-FFF2-40B4-BE49-F238E27FC236}">
                <a16:creationId xmlns:a16="http://schemas.microsoft.com/office/drawing/2014/main" id="{A2402B88-830C-2390-94C3-5D61162787FD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0736A8-5A02-118A-A630-A35703EFBA3C}"/>
              </a:ext>
            </a:extLst>
          </p:cNvPr>
          <p:cNvSpPr/>
          <p:nvPr/>
        </p:nvSpPr>
        <p:spPr>
          <a:xfrm>
            <a:off x="4132005" y="3270980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Reporte de incidente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952892-53B1-016D-42B5-6EF501979442}"/>
              </a:ext>
            </a:extLst>
          </p:cNvPr>
          <p:cNvSpPr/>
          <p:nvPr/>
        </p:nvSpPr>
        <p:spPr>
          <a:xfrm>
            <a:off x="4132005" y="3656757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Incidentes acumulados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9844D7-93E9-5BEB-F50C-E324D59A65C0}"/>
              </a:ext>
            </a:extLst>
          </p:cNvPr>
          <p:cNvSpPr/>
          <p:nvPr/>
        </p:nvSpPr>
        <p:spPr>
          <a:xfrm>
            <a:off x="4132005" y="4069711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Acciones correctivas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A0EA3D9E-1BF8-8354-838A-394C9CCBA575}"/>
              </a:ext>
            </a:extLst>
          </p:cNvPr>
          <p:cNvSpPr/>
          <p:nvPr/>
        </p:nvSpPr>
        <p:spPr>
          <a:xfrm>
            <a:off x="3748398" y="2547516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5AF947A9-F812-2B74-6708-E6A970E5EAFD}"/>
              </a:ext>
            </a:extLst>
          </p:cNvPr>
          <p:cNvSpPr/>
          <p:nvPr/>
        </p:nvSpPr>
        <p:spPr>
          <a:xfrm>
            <a:off x="3748398" y="2960470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E352FDEB-4E66-48E2-CA6F-00D6356B59C6}"/>
              </a:ext>
            </a:extLst>
          </p:cNvPr>
          <p:cNvSpPr/>
          <p:nvPr/>
        </p:nvSpPr>
        <p:spPr>
          <a:xfrm>
            <a:off x="3748398" y="3373424"/>
            <a:ext cx="216000" cy="216000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70404F4B-20B9-59DC-763D-C5097B9D8CF5}"/>
              </a:ext>
            </a:extLst>
          </p:cNvPr>
          <p:cNvSpPr/>
          <p:nvPr/>
        </p:nvSpPr>
        <p:spPr>
          <a:xfrm>
            <a:off x="3744129" y="3837526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D13ADDBF-5955-4D23-9545-DA4B2317AD4A}"/>
              </a:ext>
            </a:extLst>
          </p:cNvPr>
          <p:cNvSpPr/>
          <p:nvPr/>
        </p:nvSpPr>
        <p:spPr>
          <a:xfrm>
            <a:off x="3744129" y="4250480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13C9D0CA-F83A-59DF-658D-1787A188FCAB}"/>
              </a:ext>
            </a:extLst>
          </p:cNvPr>
          <p:cNvSpPr/>
          <p:nvPr/>
        </p:nvSpPr>
        <p:spPr>
          <a:xfrm>
            <a:off x="3744950" y="2142654"/>
            <a:ext cx="216000" cy="216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646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8A4A-9313-95CF-E7C9-3A8DAF84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1AD26E8-4880-1AA4-9F25-42D3697DE354}"/>
              </a:ext>
            </a:extLst>
          </p:cNvPr>
          <p:cNvSpPr/>
          <p:nvPr/>
        </p:nvSpPr>
        <p:spPr>
          <a:xfrm>
            <a:off x="8648699" y="1974853"/>
            <a:ext cx="2275217" cy="954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E48DA2-A31E-ADDC-75D4-440E95881C11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3" name="Rectángulo 2">
            <a:hlinkClick r:id="rId2" action="ppaction://hlinksldjump"/>
            <a:extLst>
              <a:ext uri="{FF2B5EF4-FFF2-40B4-BE49-F238E27FC236}">
                <a16:creationId xmlns:a16="http://schemas.microsoft.com/office/drawing/2014/main" id="{9E0CC934-0029-573C-2F4B-0C669E6A9438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4" name="Rectángulo 3">
            <a:hlinkClick r:id="rId3" action="ppaction://hlinksldjump"/>
            <a:extLst>
              <a:ext uri="{FF2B5EF4-FFF2-40B4-BE49-F238E27FC236}">
                <a16:creationId xmlns:a16="http://schemas.microsoft.com/office/drawing/2014/main" id="{E8B00CB5-FBA2-7D5F-ECC7-A788F3CD724C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7" name="Rectángulo 6">
            <a:hlinkClick r:id="rId4" action="ppaction://hlinksldjump"/>
            <a:extLst>
              <a:ext uri="{FF2B5EF4-FFF2-40B4-BE49-F238E27FC236}">
                <a16:creationId xmlns:a16="http://schemas.microsoft.com/office/drawing/2014/main" id="{E84CD811-F6DA-74E8-8A3E-D4C35DB3B749}"/>
              </a:ext>
            </a:extLst>
          </p:cNvPr>
          <p:cNvSpPr/>
          <p:nvPr/>
        </p:nvSpPr>
        <p:spPr>
          <a:xfrm>
            <a:off x="8648698" y="2086758"/>
            <a:ext cx="2275216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►Sistema de gestión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5" action="ppaction://hlinksldjump"/>
            <a:extLst>
              <a:ext uri="{FF2B5EF4-FFF2-40B4-BE49-F238E27FC236}">
                <a16:creationId xmlns:a16="http://schemas.microsoft.com/office/drawing/2014/main" id="{C2A1D68A-3825-3689-58DC-C5DAB969C4CB}"/>
              </a:ext>
            </a:extLst>
          </p:cNvPr>
          <p:cNvSpPr/>
          <p:nvPr/>
        </p:nvSpPr>
        <p:spPr>
          <a:xfrm>
            <a:off x="8648694" y="2846300"/>
            <a:ext cx="2275215" cy="7431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Equipos de trabajo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0" name="Rectángulo 9">
            <a:hlinkClick r:id="rId6" action="ppaction://hlinksldjump"/>
            <a:extLst>
              <a:ext uri="{FF2B5EF4-FFF2-40B4-BE49-F238E27FC236}">
                <a16:creationId xmlns:a16="http://schemas.microsoft.com/office/drawing/2014/main" id="{B968CC72-20BA-81CA-D1CC-23DB27FD3823}"/>
              </a:ext>
            </a:extLst>
          </p:cNvPr>
          <p:cNvSpPr/>
          <p:nvPr/>
        </p:nvSpPr>
        <p:spPr>
          <a:xfrm>
            <a:off x="8648694" y="3605842"/>
            <a:ext cx="2275215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►Incentivos y métricas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569DE2-6690-3458-3BA1-3D26D2A0AD75}"/>
              </a:ext>
            </a:extLst>
          </p:cNvPr>
          <p:cNvSpPr/>
          <p:nvPr/>
        </p:nvSpPr>
        <p:spPr>
          <a:xfrm>
            <a:off x="4132005" y="2885489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Minutas juntas EMC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3" name="Rectángulo 12">
            <a:hlinkClick r:id="rId7" action="ppaction://hlinksldjump"/>
            <a:extLst>
              <a:ext uri="{FF2B5EF4-FFF2-40B4-BE49-F238E27FC236}">
                <a16:creationId xmlns:a16="http://schemas.microsoft.com/office/drawing/2014/main" id="{9321CD51-E025-78EE-A5BB-34AD8054578D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24B41CCA-9A31-14CE-45E0-1CA2AB2A5098}"/>
              </a:ext>
            </a:extLst>
          </p:cNvPr>
          <p:cNvSpPr/>
          <p:nvPr/>
        </p:nvSpPr>
        <p:spPr>
          <a:xfrm>
            <a:off x="3748398" y="2960470"/>
            <a:ext cx="216000" cy="216000"/>
          </a:xfrm>
          <a:prstGeom prst="flowChartConnector">
            <a:avLst/>
          </a:prstGeom>
          <a:solidFill>
            <a:srgbClr val="F1DC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608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2700DB-F495-5BF4-399D-46FF2A26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CF15232-C99C-FD1B-3A42-A41D0628A14A}"/>
              </a:ext>
            </a:extLst>
          </p:cNvPr>
          <p:cNvSpPr/>
          <p:nvPr/>
        </p:nvSpPr>
        <p:spPr>
          <a:xfrm>
            <a:off x="8648699" y="1974853"/>
            <a:ext cx="2275217" cy="954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>
                  <a:lumMod val="50000"/>
                </a:schemeClr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A486ECB-EA75-3590-B2F9-A3D27083E3D9}"/>
              </a:ext>
            </a:extLst>
          </p:cNvPr>
          <p:cNvSpPr txBox="1"/>
          <p:nvPr/>
        </p:nvSpPr>
        <p:spPr>
          <a:xfrm>
            <a:off x="3829878" y="247488"/>
            <a:ext cx="4532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latin typeface="Grotesque" panose="020B0604020202020204" pitchFamily="34" charset="0"/>
                <a:cs typeface="AngsanaUPC" panose="020B0502040204020203" pitchFamily="18" charset="-34"/>
              </a:rPr>
              <a:t>MES</a:t>
            </a:r>
          </a:p>
        </p:txBody>
      </p:sp>
      <p:sp>
        <p:nvSpPr>
          <p:cNvPr id="3" name="Rectángulo 2">
            <a:hlinkClick r:id="rId2" action="ppaction://hlinksldjump"/>
            <a:extLst>
              <a:ext uri="{FF2B5EF4-FFF2-40B4-BE49-F238E27FC236}">
                <a16:creationId xmlns:a16="http://schemas.microsoft.com/office/drawing/2014/main" id="{15A1596A-AE53-5C8F-29B0-E0D9A0704C7F}"/>
              </a:ext>
            </a:extLst>
          </p:cNvPr>
          <p:cNvSpPr/>
          <p:nvPr/>
        </p:nvSpPr>
        <p:spPr>
          <a:xfrm>
            <a:off x="1268083" y="1081843"/>
            <a:ext cx="2275217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Mentalidades, Comportamientos </a:t>
            </a:r>
          </a:p>
          <a:p>
            <a:pPr algn="ctr"/>
            <a:r>
              <a:rPr lang="es-MX" b="1" dirty="0"/>
              <a:t>y Capacidades</a:t>
            </a:r>
          </a:p>
        </p:txBody>
      </p:sp>
      <p:sp>
        <p:nvSpPr>
          <p:cNvPr id="4" name="Rectángulo 3">
            <a:hlinkClick r:id="rId3" action="ppaction://hlinksldjump"/>
            <a:extLst>
              <a:ext uri="{FF2B5EF4-FFF2-40B4-BE49-F238E27FC236}">
                <a16:creationId xmlns:a16="http://schemas.microsoft.com/office/drawing/2014/main" id="{EB440654-CADB-7389-772B-B2DC447A1989}"/>
              </a:ext>
            </a:extLst>
          </p:cNvPr>
          <p:cNvSpPr/>
          <p:nvPr/>
        </p:nvSpPr>
        <p:spPr>
          <a:xfrm>
            <a:off x="4996492" y="1083990"/>
            <a:ext cx="2143664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Reducción del Riesgo y Cumplimiento </a:t>
            </a:r>
          </a:p>
        </p:txBody>
      </p:sp>
      <p:sp>
        <p:nvSpPr>
          <p:cNvPr id="5" name="Rectángulo 4">
            <a:hlinkClick r:id="rId4" action="ppaction://hlinksldjump"/>
            <a:extLst>
              <a:ext uri="{FF2B5EF4-FFF2-40B4-BE49-F238E27FC236}">
                <a16:creationId xmlns:a16="http://schemas.microsoft.com/office/drawing/2014/main" id="{10936324-D9E1-436C-C5F2-CDC16DD53DE8}"/>
              </a:ext>
            </a:extLst>
          </p:cNvPr>
          <p:cNvSpPr/>
          <p:nvPr/>
        </p:nvSpPr>
        <p:spPr>
          <a:xfrm>
            <a:off x="8648701" y="1079137"/>
            <a:ext cx="2275215" cy="893606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/>
              <a:t>Gestión Sistemática</a:t>
            </a:r>
          </a:p>
        </p:txBody>
      </p:sp>
      <p:sp>
        <p:nvSpPr>
          <p:cNvPr id="7" name="Rectángulo 6">
            <a:hlinkClick r:id="rId5" action="ppaction://hlinksldjump"/>
            <a:extLst>
              <a:ext uri="{FF2B5EF4-FFF2-40B4-BE49-F238E27FC236}">
                <a16:creationId xmlns:a16="http://schemas.microsoft.com/office/drawing/2014/main" id="{D41B551B-EAD9-805B-CDAC-AA71B96CF751}"/>
              </a:ext>
            </a:extLst>
          </p:cNvPr>
          <p:cNvSpPr/>
          <p:nvPr/>
        </p:nvSpPr>
        <p:spPr>
          <a:xfrm>
            <a:off x="8648698" y="2086758"/>
            <a:ext cx="2275216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►Sistema de gestión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9" name="Rectángulo 8">
            <a:hlinkClick r:id="rId6" action="ppaction://hlinksldjump"/>
            <a:extLst>
              <a:ext uri="{FF2B5EF4-FFF2-40B4-BE49-F238E27FC236}">
                <a16:creationId xmlns:a16="http://schemas.microsoft.com/office/drawing/2014/main" id="{3B52B6EB-ECCD-FC39-8BF5-40F5740859DE}"/>
              </a:ext>
            </a:extLst>
          </p:cNvPr>
          <p:cNvSpPr/>
          <p:nvPr/>
        </p:nvSpPr>
        <p:spPr>
          <a:xfrm>
            <a:off x="8648694" y="2846300"/>
            <a:ext cx="2275215" cy="743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 Equipos de trabajo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0" name="Rectángulo 9">
            <a:hlinkClick r:id="rId7" action="ppaction://hlinksldjump"/>
            <a:extLst>
              <a:ext uri="{FF2B5EF4-FFF2-40B4-BE49-F238E27FC236}">
                <a16:creationId xmlns:a16="http://schemas.microsoft.com/office/drawing/2014/main" id="{B96FCAEE-776C-81E7-ADB3-3F6AC6AA6D86}"/>
              </a:ext>
            </a:extLst>
          </p:cNvPr>
          <p:cNvSpPr/>
          <p:nvPr/>
        </p:nvSpPr>
        <p:spPr>
          <a:xfrm>
            <a:off x="8648694" y="3605842"/>
            <a:ext cx="2275215" cy="7431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dirty="0"/>
              <a:t>►Incentivos y métricas</a:t>
            </a:r>
            <a:endParaRPr lang="es-MX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5A63DB3-2A3C-2884-D6FA-D8CA56D245E7}"/>
              </a:ext>
            </a:extLst>
          </p:cNvPr>
          <p:cNvSpPr/>
          <p:nvPr/>
        </p:nvSpPr>
        <p:spPr>
          <a:xfrm>
            <a:off x="4099348" y="3605842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Escudo de ideas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B769D82-8A6A-CADA-2DF5-5E2147465DE9}"/>
              </a:ext>
            </a:extLst>
          </p:cNvPr>
          <p:cNvSpPr/>
          <p:nvPr/>
        </p:nvSpPr>
        <p:spPr>
          <a:xfrm>
            <a:off x="4099348" y="4018796"/>
            <a:ext cx="4397478" cy="4129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/>
              <a:t>► Tabla de posiciones</a:t>
            </a:r>
            <a:endParaRPr lang="es-MX" sz="1400" dirty="0">
              <a:solidFill>
                <a:schemeClr val="bg1"/>
              </a:solidFill>
              <a:latin typeface="Grotesque" panose="020B0604020202020204" pitchFamily="34" charset="0"/>
              <a:cs typeface="AngsanaUPC" panose="020B0502040204020203" pitchFamily="18" charset="-34"/>
            </a:endParaRPr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E384A5DB-0D5B-DD29-0C42-FBA3B77A0FC1}"/>
              </a:ext>
            </a:extLst>
          </p:cNvPr>
          <p:cNvSpPr/>
          <p:nvPr/>
        </p:nvSpPr>
        <p:spPr>
          <a:xfrm>
            <a:off x="3731480" y="3720012"/>
            <a:ext cx="216000" cy="216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A14E2344-748D-9352-BBB9-B6C84F5AEE4D}"/>
              </a:ext>
            </a:extLst>
          </p:cNvPr>
          <p:cNvSpPr/>
          <p:nvPr/>
        </p:nvSpPr>
        <p:spPr>
          <a:xfrm>
            <a:off x="3731480" y="4132966"/>
            <a:ext cx="216000" cy="216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431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653</Words>
  <Application>Microsoft Office PowerPoint</Application>
  <PresentationFormat>Panorámica</PresentationFormat>
  <Paragraphs>192</Paragraphs>
  <Slides>17</Slides>
  <Notes>1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Grotesque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Martinez, Ana Karen</dc:creator>
  <cp:lastModifiedBy>Lozano, Juan-Manuel</cp:lastModifiedBy>
  <cp:revision>8</cp:revision>
  <dcterms:created xsi:type="dcterms:W3CDTF">2026-01-15T19:09:29Z</dcterms:created>
  <dcterms:modified xsi:type="dcterms:W3CDTF">2026-05-04T20:10:41Z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3caa80-b45a-41c4-be35-6a080a795a59_Enabled">
    <vt:lpwstr>true</vt:lpwstr>
  </property>
  <property fmtid="{D5CDD505-2E9C-101B-9397-08002B2CF9AE}" pid="3" name="MSIP_Label_ec3caa80-b45a-41c4-be35-6a080a795a59_SetDate">
    <vt:lpwstr>2026-01-15T20:17:31Z</vt:lpwstr>
  </property>
  <property fmtid="{D5CDD505-2E9C-101B-9397-08002B2CF9AE}" pid="4" name="MSIP_Label_ec3caa80-b45a-41c4-be35-6a080a795a59_Method">
    <vt:lpwstr>Privileged</vt:lpwstr>
  </property>
  <property fmtid="{D5CDD505-2E9C-101B-9397-08002B2CF9AE}" pid="5" name="MSIP_Label_ec3caa80-b45a-41c4-be35-6a080a795a59_Name">
    <vt:lpwstr>ec3caa80-b45a-41c4-be35-6a080a795a59</vt:lpwstr>
  </property>
  <property fmtid="{D5CDD505-2E9C-101B-9397-08002B2CF9AE}" pid="6" name="MSIP_Label_ec3caa80-b45a-41c4-be35-6a080a795a59_SiteId">
    <vt:lpwstr>fee2180b-69b6-4afe-9f14-ccd70bd4c737</vt:lpwstr>
  </property>
  <property fmtid="{D5CDD505-2E9C-101B-9397-08002B2CF9AE}" pid="7" name="MSIP_Label_ec3caa80-b45a-41c4-be35-6a080a795a59_ActionId">
    <vt:lpwstr>2125aa43-7388-4621-b5f8-f9caaabc9e2a</vt:lpwstr>
  </property>
  <property fmtid="{D5CDD505-2E9C-101B-9397-08002B2CF9AE}" pid="8" name="MSIP_Label_ec3caa80-b45a-41c4-be35-6a080a795a59_ContentBits">
    <vt:lpwstr>0</vt:lpwstr>
  </property>
  <property fmtid="{D5CDD505-2E9C-101B-9397-08002B2CF9AE}" pid="9" name="MSIP_Label_ec3caa80-b45a-41c4-be35-6a080a795a59_Tag">
    <vt:lpwstr>10, 0, 1, 1</vt:lpwstr>
  </property>
</Properties>
</file>